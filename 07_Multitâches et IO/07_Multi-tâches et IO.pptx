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7.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8.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handoutMasterIdLst>
    <p:handoutMasterId r:id="rId13"/>
  </p:handoutMasterIdLst>
  <p:sldIdLst>
    <p:sldId id="264" r:id="rId2"/>
    <p:sldId id="258" r:id="rId3"/>
    <p:sldId id="265" r:id="rId4"/>
    <p:sldId id="280" r:id="rId5"/>
    <p:sldId id="284" r:id="rId6"/>
    <p:sldId id="286" r:id="rId7"/>
    <p:sldId id="287" r:id="rId8"/>
    <p:sldId id="282" r:id="rId9"/>
    <p:sldId id="281" r:id="rId10"/>
    <p:sldId id="283" r:id="rId11"/>
  </p:sldIdLst>
  <p:sldSz cx="10691813" cy="7559675"/>
  <p:notesSz cx="6797675" cy="9928225"/>
  <p:defaultTextStyle>
    <a:defPPr>
      <a:defRPr lang="fr-FR"/>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55" userDrawn="1">
          <p15:clr>
            <a:srgbClr val="A4A3A4"/>
          </p15:clr>
        </p15:guide>
        <p15:guide id="2" pos="63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0100"/>
    <a:srgbClr val="70717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8" autoAdjust="0"/>
    <p:restoredTop sz="94651" autoAdjust="0"/>
  </p:normalViewPr>
  <p:slideViewPr>
    <p:cSldViewPr>
      <p:cViewPr varScale="1">
        <p:scale>
          <a:sx n="71" d="100"/>
          <a:sy n="71" d="100"/>
        </p:scale>
        <p:origin x="1378" y="53"/>
      </p:cViewPr>
      <p:guideLst>
        <p:guide orient="horz" pos="1655"/>
        <p:guide pos="6316"/>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81" d="100"/>
          <a:sy n="81" d="100"/>
        </p:scale>
        <p:origin x="399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967"/>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sz="quarter" idx="1"/>
          </p:nvPr>
        </p:nvSpPr>
        <p:spPr>
          <a:xfrm>
            <a:off x="3849688" y="0"/>
            <a:ext cx="2946400" cy="496967"/>
          </a:xfrm>
          <a:prstGeom prst="rect">
            <a:avLst/>
          </a:prstGeom>
        </p:spPr>
        <p:txBody>
          <a:bodyPr vert="horz" lIns="91440" tIns="45720" rIns="91440" bIns="45720" rtlCol="0"/>
          <a:lstStyle>
            <a:lvl1pPr algn="r">
              <a:defRPr sz="1200"/>
            </a:lvl1pPr>
          </a:lstStyle>
          <a:p>
            <a:fld id="{58594FB5-C202-4B63-B1D6-C4202D7D1139}" type="datetimeFigureOut">
              <a:rPr lang="de-CH" smtClean="0"/>
              <a:t>10.01.2024</a:t>
            </a:fld>
            <a:endParaRPr lang="de-CH"/>
          </a:p>
        </p:txBody>
      </p:sp>
      <p:sp>
        <p:nvSpPr>
          <p:cNvPr id="4" name="Fußzeilenplatzhalter 3"/>
          <p:cNvSpPr>
            <a:spLocks noGrp="1"/>
          </p:cNvSpPr>
          <p:nvPr>
            <p:ph type="ftr" sz="quarter" idx="2"/>
          </p:nvPr>
        </p:nvSpPr>
        <p:spPr>
          <a:xfrm>
            <a:off x="0" y="9429671"/>
            <a:ext cx="2946400" cy="496966"/>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p:cNvSpPr>
            <a:spLocks noGrp="1"/>
          </p:cNvSpPr>
          <p:nvPr>
            <p:ph type="sldNum" sz="quarter" idx="3"/>
          </p:nvPr>
        </p:nvSpPr>
        <p:spPr>
          <a:xfrm>
            <a:off x="3849688" y="9429671"/>
            <a:ext cx="2946400" cy="496966"/>
          </a:xfrm>
          <a:prstGeom prst="rect">
            <a:avLst/>
          </a:prstGeom>
        </p:spPr>
        <p:txBody>
          <a:bodyPr vert="horz" lIns="91440" tIns="45720" rIns="91440" bIns="45720" rtlCol="0" anchor="b"/>
          <a:lstStyle>
            <a:lvl1pPr algn="r">
              <a:defRPr sz="1200"/>
            </a:lvl1pPr>
          </a:lstStyle>
          <a:p>
            <a:fld id="{D67FB8E8-A79E-4FBB-8FA9-E88034DDC09A}" type="slidenum">
              <a:rPr lang="de-CH" smtClean="0"/>
              <a:t>‹N°›</a:t>
            </a:fld>
            <a:endParaRPr lang="de-CH"/>
          </a:p>
        </p:txBody>
      </p:sp>
    </p:spTree>
    <p:extLst>
      <p:ext uri="{BB962C8B-B14F-4D97-AF65-F5344CB8AC3E}">
        <p14:creationId xmlns:p14="http://schemas.microsoft.com/office/powerpoint/2010/main" val="4170597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967"/>
          </a:xfrm>
          <a:prstGeom prst="rect">
            <a:avLst/>
          </a:prstGeom>
        </p:spPr>
        <p:txBody>
          <a:bodyPr vert="horz" lIns="91440" tIns="45720" rIns="91440" bIns="45720" rtlCol="0"/>
          <a:lstStyle>
            <a:lvl1pPr algn="l">
              <a:defRPr sz="1200"/>
            </a:lvl1pPr>
          </a:lstStyle>
          <a:p>
            <a:endParaRPr lang="fr-CH"/>
          </a:p>
        </p:txBody>
      </p:sp>
      <p:sp>
        <p:nvSpPr>
          <p:cNvPr id="3" name="Datumsplatzhalter 2"/>
          <p:cNvSpPr>
            <a:spLocks noGrp="1"/>
          </p:cNvSpPr>
          <p:nvPr>
            <p:ph type="dt" idx="1"/>
          </p:nvPr>
        </p:nvSpPr>
        <p:spPr>
          <a:xfrm>
            <a:off x="3849688" y="0"/>
            <a:ext cx="2946400" cy="496967"/>
          </a:xfrm>
          <a:prstGeom prst="rect">
            <a:avLst/>
          </a:prstGeom>
        </p:spPr>
        <p:txBody>
          <a:bodyPr vert="horz" lIns="91440" tIns="45720" rIns="91440" bIns="45720" rtlCol="0"/>
          <a:lstStyle>
            <a:lvl1pPr algn="r">
              <a:defRPr sz="1200"/>
            </a:lvl1pPr>
          </a:lstStyle>
          <a:p>
            <a:fld id="{9DCC87A5-EC57-48A1-98F4-0C433332F050}" type="datetimeFigureOut">
              <a:rPr lang="fr-CH" smtClean="0"/>
              <a:t>10.01.2024</a:t>
            </a:fld>
            <a:endParaRPr lang="fr-CH"/>
          </a:p>
        </p:txBody>
      </p:sp>
      <p:sp>
        <p:nvSpPr>
          <p:cNvPr id="4" name="Folienbildplatzhalter 3"/>
          <p:cNvSpPr>
            <a:spLocks noGrp="1" noRot="1" noChangeAspect="1"/>
          </p:cNvSpPr>
          <p:nvPr>
            <p:ph type="sldImg" idx="2"/>
          </p:nvPr>
        </p:nvSpPr>
        <p:spPr>
          <a:xfrm>
            <a:off x="1030288" y="1241425"/>
            <a:ext cx="4737100" cy="3349625"/>
          </a:xfrm>
          <a:prstGeom prst="rect">
            <a:avLst/>
          </a:prstGeom>
          <a:noFill/>
          <a:ln w="12700">
            <a:solidFill>
              <a:prstClr val="black"/>
            </a:solidFill>
          </a:ln>
        </p:spPr>
        <p:txBody>
          <a:bodyPr vert="horz" lIns="91440" tIns="45720" rIns="91440" bIns="45720" rtlCol="0" anchor="ctr"/>
          <a:lstStyle/>
          <a:p>
            <a:endParaRPr lang="fr-CH"/>
          </a:p>
        </p:txBody>
      </p:sp>
      <p:sp>
        <p:nvSpPr>
          <p:cNvPr id="5" name="Notizenplatzhalter 4"/>
          <p:cNvSpPr>
            <a:spLocks noGrp="1"/>
          </p:cNvSpPr>
          <p:nvPr>
            <p:ph type="body" sz="quarter" idx="3"/>
          </p:nvPr>
        </p:nvSpPr>
        <p:spPr>
          <a:xfrm>
            <a:off x="679450" y="4777552"/>
            <a:ext cx="5438775" cy="39090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fr-CH"/>
          </a:p>
        </p:txBody>
      </p:sp>
      <p:sp>
        <p:nvSpPr>
          <p:cNvPr id="6" name="Fußzeilenplatzhalter 5"/>
          <p:cNvSpPr>
            <a:spLocks noGrp="1"/>
          </p:cNvSpPr>
          <p:nvPr>
            <p:ph type="ftr" sz="quarter" idx="4"/>
          </p:nvPr>
        </p:nvSpPr>
        <p:spPr>
          <a:xfrm>
            <a:off x="0" y="9431258"/>
            <a:ext cx="2946400" cy="496967"/>
          </a:xfrm>
          <a:prstGeom prst="rect">
            <a:avLst/>
          </a:prstGeom>
        </p:spPr>
        <p:txBody>
          <a:bodyPr vert="horz" lIns="91440" tIns="45720" rIns="91440" bIns="45720" rtlCol="0" anchor="b"/>
          <a:lstStyle>
            <a:lvl1pPr algn="l">
              <a:defRPr sz="1200"/>
            </a:lvl1pPr>
          </a:lstStyle>
          <a:p>
            <a:endParaRPr lang="fr-CH"/>
          </a:p>
        </p:txBody>
      </p:sp>
      <p:sp>
        <p:nvSpPr>
          <p:cNvPr id="7" name="Foliennummernplatzhalter 6"/>
          <p:cNvSpPr>
            <a:spLocks noGrp="1"/>
          </p:cNvSpPr>
          <p:nvPr>
            <p:ph type="sldNum" sz="quarter" idx="5"/>
          </p:nvPr>
        </p:nvSpPr>
        <p:spPr>
          <a:xfrm>
            <a:off x="3849688" y="9431258"/>
            <a:ext cx="2946400" cy="496967"/>
          </a:xfrm>
          <a:prstGeom prst="rect">
            <a:avLst/>
          </a:prstGeom>
        </p:spPr>
        <p:txBody>
          <a:bodyPr vert="horz" lIns="91440" tIns="45720" rIns="91440" bIns="45720" rtlCol="0" anchor="b"/>
          <a:lstStyle>
            <a:lvl1pPr algn="r">
              <a:defRPr sz="1200"/>
            </a:lvl1pPr>
          </a:lstStyle>
          <a:p>
            <a:fld id="{F00AB757-58AB-499D-A9D3-311C05BD52E0}" type="slidenum">
              <a:rPr lang="fr-CH" smtClean="0"/>
              <a:t>‹N°›</a:t>
            </a:fld>
            <a:endParaRPr lang="fr-CH"/>
          </a:p>
        </p:txBody>
      </p:sp>
    </p:spTree>
    <p:extLst>
      <p:ext uri="{BB962C8B-B14F-4D97-AF65-F5344CB8AC3E}">
        <p14:creationId xmlns:p14="http://schemas.microsoft.com/office/powerpoint/2010/main" val="268702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a:t>
            </a:fld>
            <a:endParaRPr lang="fr-CH"/>
          </a:p>
        </p:txBody>
      </p:sp>
    </p:spTree>
    <p:extLst>
      <p:ext uri="{BB962C8B-B14F-4D97-AF65-F5344CB8AC3E}">
        <p14:creationId xmlns:p14="http://schemas.microsoft.com/office/powerpoint/2010/main" val="30916369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2</a:t>
            </a:fld>
            <a:endParaRPr lang="fr-CH"/>
          </a:p>
        </p:txBody>
      </p:sp>
    </p:spTree>
    <p:extLst>
      <p:ext uri="{BB962C8B-B14F-4D97-AF65-F5344CB8AC3E}">
        <p14:creationId xmlns:p14="http://schemas.microsoft.com/office/powerpoint/2010/main" val="813563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baseline="0"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3</a:t>
            </a:fld>
            <a:endParaRPr lang="fr-CH"/>
          </a:p>
        </p:txBody>
      </p:sp>
    </p:spTree>
    <p:extLst>
      <p:ext uri="{BB962C8B-B14F-4D97-AF65-F5344CB8AC3E}">
        <p14:creationId xmlns:p14="http://schemas.microsoft.com/office/powerpoint/2010/main" val="1303584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baseline="0"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4</a:t>
            </a:fld>
            <a:endParaRPr lang="fr-CH"/>
          </a:p>
        </p:txBody>
      </p:sp>
    </p:spTree>
    <p:extLst>
      <p:ext uri="{BB962C8B-B14F-4D97-AF65-F5344CB8AC3E}">
        <p14:creationId xmlns:p14="http://schemas.microsoft.com/office/powerpoint/2010/main" val="1734065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baseline="0"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5</a:t>
            </a:fld>
            <a:endParaRPr lang="fr-CH"/>
          </a:p>
        </p:txBody>
      </p:sp>
    </p:spTree>
    <p:extLst>
      <p:ext uri="{BB962C8B-B14F-4D97-AF65-F5344CB8AC3E}">
        <p14:creationId xmlns:p14="http://schemas.microsoft.com/office/powerpoint/2010/main" val="143855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baseline="0"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6</a:t>
            </a:fld>
            <a:endParaRPr lang="fr-CH"/>
          </a:p>
        </p:txBody>
      </p:sp>
    </p:spTree>
    <p:extLst>
      <p:ext uri="{BB962C8B-B14F-4D97-AF65-F5344CB8AC3E}">
        <p14:creationId xmlns:p14="http://schemas.microsoft.com/office/powerpoint/2010/main" val="872042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baseline="0"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7</a:t>
            </a:fld>
            <a:endParaRPr lang="fr-CH"/>
          </a:p>
        </p:txBody>
      </p:sp>
    </p:spTree>
    <p:extLst>
      <p:ext uri="{BB962C8B-B14F-4D97-AF65-F5344CB8AC3E}">
        <p14:creationId xmlns:p14="http://schemas.microsoft.com/office/powerpoint/2010/main" val="3847379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baseline="0"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8</a:t>
            </a:fld>
            <a:endParaRPr lang="fr-CH"/>
          </a:p>
        </p:txBody>
      </p:sp>
    </p:spTree>
    <p:extLst>
      <p:ext uri="{BB962C8B-B14F-4D97-AF65-F5344CB8AC3E}">
        <p14:creationId xmlns:p14="http://schemas.microsoft.com/office/powerpoint/2010/main" val="4186777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baseline="0"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9</a:t>
            </a:fld>
            <a:endParaRPr lang="fr-CH"/>
          </a:p>
        </p:txBody>
      </p:sp>
    </p:spTree>
    <p:extLst>
      <p:ext uri="{BB962C8B-B14F-4D97-AF65-F5344CB8AC3E}">
        <p14:creationId xmlns:p14="http://schemas.microsoft.com/office/powerpoint/2010/main" val="280744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baseline="0" dirty="0"/>
          </a:p>
        </p:txBody>
      </p:sp>
      <p:sp>
        <p:nvSpPr>
          <p:cNvPr id="4" name="Espace réservé du numéro de diapositive 3"/>
          <p:cNvSpPr>
            <a:spLocks noGrp="1"/>
          </p:cNvSpPr>
          <p:nvPr>
            <p:ph type="sldNum" sz="quarter" idx="10"/>
          </p:nvPr>
        </p:nvSpPr>
        <p:spPr/>
        <p:txBody>
          <a:bodyPr/>
          <a:lstStyle/>
          <a:p>
            <a:fld id="{F00AB757-58AB-499D-A9D3-311C05BD52E0}" type="slidenum">
              <a:rPr lang="fr-CH" smtClean="0"/>
              <a:t>10</a:t>
            </a:fld>
            <a:endParaRPr lang="fr-CH"/>
          </a:p>
        </p:txBody>
      </p:sp>
    </p:spTree>
    <p:extLst>
      <p:ext uri="{BB962C8B-B14F-4D97-AF65-F5344CB8AC3E}">
        <p14:creationId xmlns:p14="http://schemas.microsoft.com/office/powerpoint/2010/main" val="33908656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ceuil avec photo">
    <p:spTree>
      <p:nvGrpSpPr>
        <p:cNvPr id="1" name=""/>
        <p:cNvGrpSpPr/>
        <p:nvPr/>
      </p:nvGrpSpPr>
      <p:grpSpPr>
        <a:xfrm>
          <a:off x="0" y="0"/>
          <a:ext cx="0" cy="0"/>
          <a:chOff x="0" y="0"/>
          <a:chExt cx="0" cy="0"/>
        </a:xfrm>
      </p:grpSpPr>
      <p:sp>
        <p:nvSpPr>
          <p:cNvPr id="6" name="Bildplatzhalter 5"/>
          <p:cNvSpPr>
            <a:spLocks noGrp="1"/>
          </p:cNvSpPr>
          <p:nvPr>
            <p:ph type="pic" sz="quarter" idx="11" hasCustomPrompt="1"/>
          </p:nvPr>
        </p:nvSpPr>
        <p:spPr>
          <a:xfrm>
            <a:off x="0" y="1259557"/>
            <a:ext cx="10728000" cy="5544616"/>
          </a:xfrm>
          <a:prstGeom prst="rect">
            <a:avLst/>
          </a:prstGeom>
        </p:spPr>
        <p:txBody>
          <a:bodyPr/>
          <a:lstStyle>
            <a:lvl1pPr>
              <a:defRPr/>
            </a:lvl1pPr>
          </a:lstStyle>
          <a:p>
            <a:r>
              <a:rPr lang="fr-CH" dirty="0"/>
              <a:t>Image</a:t>
            </a:r>
          </a:p>
        </p:txBody>
      </p:sp>
      <p:sp>
        <p:nvSpPr>
          <p:cNvPr id="5" name="Espace réservé du texte 4"/>
          <p:cNvSpPr>
            <a:spLocks noGrp="1"/>
          </p:cNvSpPr>
          <p:nvPr>
            <p:ph type="body" sz="quarter" idx="10" hasCustomPrompt="1"/>
          </p:nvPr>
        </p:nvSpPr>
        <p:spPr>
          <a:xfrm>
            <a:off x="593378" y="3985200"/>
            <a:ext cx="9008224" cy="873213"/>
          </a:xfrm>
          <a:prstGeom prst="rect">
            <a:avLst/>
          </a:prstGeom>
        </p:spPr>
        <p:txBody>
          <a:bodyPr anchor="ctr" anchorCtr="0"/>
          <a:lstStyle>
            <a:lvl1pPr>
              <a:buNone/>
              <a:defRPr sz="5400" b="0">
                <a:solidFill>
                  <a:schemeClr val="bg1"/>
                </a:solidFill>
                <a:latin typeface="Tahoma" pitchFamily="34" charset="0"/>
                <a:ea typeface="Tahoma" pitchFamily="34" charset="0"/>
                <a:cs typeface="Tahoma" pitchFamily="34" charset="0"/>
              </a:defRPr>
            </a:lvl1pPr>
          </a:lstStyle>
          <a:p>
            <a:pPr lvl="0"/>
            <a:r>
              <a:rPr lang="fr-FR" dirty="0"/>
              <a:t>Bienvenue!</a:t>
            </a:r>
          </a:p>
        </p:txBody>
      </p:sp>
      <p:pic>
        <p:nvPicPr>
          <p:cNvPr id="4" name="Grafik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386" y="6948189"/>
            <a:ext cx="1107509" cy="288000"/>
          </a:xfrm>
          <a:prstGeom prst="rect">
            <a:avLst/>
          </a:prstGeom>
        </p:spPr>
      </p:pic>
      <p:sp>
        <p:nvSpPr>
          <p:cNvPr id="2" name="Espace réservé du numéro de diapositive 1"/>
          <p:cNvSpPr>
            <a:spLocks noGrp="1"/>
          </p:cNvSpPr>
          <p:nvPr>
            <p:ph type="sldNum" sz="quarter" idx="12"/>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cceuil avec bandeau photo">
    <p:spTree>
      <p:nvGrpSpPr>
        <p:cNvPr id="1" name=""/>
        <p:cNvGrpSpPr/>
        <p:nvPr/>
      </p:nvGrpSpPr>
      <p:grpSpPr>
        <a:xfrm>
          <a:off x="0" y="0"/>
          <a:ext cx="0" cy="0"/>
          <a:chOff x="0" y="0"/>
          <a:chExt cx="0" cy="0"/>
        </a:xfrm>
      </p:grpSpPr>
      <p:sp>
        <p:nvSpPr>
          <p:cNvPr id="6" name="Espace réservé du texte 5"/>
          <p:cNvSpPr>
            <a:spLocks noGrp="1"/>
          </p:cNvSpPr>
          <p:nvPr>
            <p:ph type="body" sz="quarter" idx="10" hasCustomPrompt="1"/>
          </p:nvPr>
        </p:nvSpPr>
        <p:spPr>
          <a:xfrm>
            <a:off x="586154" y="3707829"/>
            <a:ext cx="9008224" cy="794466"/>
          </a:xfrm>
          <a:prstGeom prst="rect">
            <a:avLst/>
          </a:prstGeom>
        </p:spPr>
        <p:txBody>
          <a:bodyPr anchor="ctr" anchorCtr="0"/>
          <a:lstStyle>
            <a:lvl1pPr>
              <a:buNone/>
              <a:defRPr sz="5400" b="0">
                <a:solidFill>
                  <a:srgbClr val="FF0000"/>
                </a:solidFill>
                <a:latin typeface="Tahoma" pitchFamily="34" charset="0"/>
                <a:ea typeface="Tahoma" pitchFamily="34" charset="0"/>
                <a:cs typeface="Tahoma" pitchFamily="34" charset="0"/>
              </a:defRPr>
            </a:lvl1pPr>
          </a:lstStyle>
          <a:p>
            <a:pPr lvl="0"/>
            <a:r>
              <a:rPr lang="fr-FR" dirty="0"/>
              <a:t>Titre de la présentation</a:t>
            </a:r>
          </a:p>
        </p:txBody>
      </p:sp>
      <p:sp>
        <p:nvSpPr>
          <p:cNvPr id="3" name="Espace réservé pour une image  12"/>
          <p:cNvSpPr>
            <a:spLocks noGrp="1"/>
          </p:cNvSpPr>
          <p:nvPr>
            <p:ph type="pic" sz="quarter" idx="12"/>
          </p:nvPr>
        </p:nvSpPr>
        <p:spPr>
          <a:xfrm>
            <a:off x="0" y="1244997"/>
            <a:ext cx="10691813" cy="1568164"/>
          </a:xfrm>
          <a:prstGeom prst="rect">
            <a:avLst/>
          </a:prstGeom>
        </p:spPr>
        <p:txBody>
          <a:bodyPr/>
          <a:lstStyle>
            <a:lvl1pPr>
              <a:buNone/>
              <a:defRPr>
                <a:solidFill>
                  <a:srgbClr val="707173"/>
                </a:solidFill>
              </a:defRPr>
            </a:lvl1pPr>
          </a:lstStyle>
          <a:p>
            <a:r>
              <a:rPr lang="fr-FR"/>
              <a:t>Cliquez sur l'icône pour ajouter une image</a:t>
            </a:r>
            <a:endParaRPr lang="fr-CH" dirty="0"/>
          </a:p>
        </p:txBody>
      </p:sp>
      <p:pic>
        <p:nvPicPr>
          <p:cNvPr id="5"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386" y="6948189"/>
            <a:ext cx="1107509" cy="288000"/>
          </a:xfrm>
          <a:prstGeom prst="rect">
            <a:avLst/>
          </a:prstGeom>
        </p:spPr>
      </p:pic>
      <p:sp>
        <p:nvSpPr>
          <p:cNvPr id="2" name="Espace réservé du numéro de diapositive 1"/>
          <p:cNvSpPr>
            <a:spLocks noGrp="1"/>
          </p:cNvSpPr>
          <p:nvPr>
            <p:ph type="sldNum" sz="quarter" idx="13"/>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avec bandeau photo">
    <p:spTree>
      <p:nvGrpSpPr>
        <p:cNvPr id="1" name=""/>
        <p:cNvGrpSpPr/>
        <p:nvPr/>
      </p:nvGrpSpPr>
      <p:grpSpPr>
        <a:xfrm>
          <a:off x="0" y="0"/>
          <a:ext cx="0" cy="0"/>
          <a:chOff x="0" y="0"/>
          <a:chExt cx="0" cy="0"/>
        </a:xfrm>
      </p:grpSpPr>
      <p:sp>
        <p:nvSpPr>
          <p:cNvPr id="9" name="Espace réservé du texte 8"/>
          <p:cNvSpPr>
            <a:spLocks noGrp="1"/>
          </p:cNvSpPr>
          <p:nvPr>
            <p:ph type="body" sz="quarter" idx="10" hasCustomPrompt="1"/>
          </p:nvPr>
        </p:nvSpPr>
        <p:spPr>
          <a:xfrm>
            <a:off x="565230" y="2915741"/>
            <a:ext cx="5644772" cy="396877"/>
          </a:xfrm>
          <a:prstGeom prst="rect">
            <a:avLst/>
          </a:prstGeom>
        </p:spPr>
        <p:txBody>
          <a:bodyPr/>
          <a:lstStyle>
            <a:lvl1pPr>
              <a:buNone/>
              <a:defRPr sz="2400" b="1" baseline="0">
                <a:solidFill>
                  <a:srgbClr val="FF0000"/>
                </a:solidFill>
                <a:latin typeface="Tahoma" pitchFamily="34" charset="0"/>
                <a:ea typeface="Tahoma" pitchFamily="34" charset="0"/>
                <a:cs typeface="Tahoma" pitchFamily="34" charset="0"/>
              </a:defRPr>
            </a:lvl1pPr>
          </a:lstStyle>
          <a:p>
            <a:pPr lvl="0"/>
            <a:r>
              <a:rPr lang="fr-CH" dirty="0"/>
              <a:t>Titre</a:t>
            </a:r>
          </a:p>
        </p:txBody>
      </p:sp>
      <p:sp>
        <p:nvSpPr>
          <p:cNvPr id="11" name="Espace réservé du texte 10"/>
          <p:cNvSpPr>
            <a:spLocks noGrp="1"/>
          </p:cNvSpPr>
          <p:nvPr>
            <p:ph type="body" sz="quarter" idx="11" hasCustomPrompt="1"/>
          </p:nvPr>
        </p:nvSpPr>
        <p:spPr>
          <a:xfrm>
            <a:off x="565230" y="3496131"/>
            <a:ext cx="5644772" cy="3020010"/>
          </a:xfrm>
          <a:prstGeom prst="rect">
            <a:avLst/>
          </a:prstGeom>
        </p:spPr>
        <p:txBody>
          <a:bodyPr/>
          <a:lstStyle>
            <a:lvl1pPr algn="l">
              <a:buNone/>
              <a:defRPr sz="1600">
                <a:solidFill>
                  <a:srgbClr val="707173"/>
                </a:solidFill>
                <a:latin typeface="Tahoma" pitchFamily="34" charset="0"/>
                <a:ea typeface="Tahoma" pitchFamily="34" charset="0"/>
                <a:cs typeface="Tahoma" pitchFamily="34" charset="0"/>
              </a:defRPr>
            </a:lvl1pPr>
            <a:lvl5pPr>
              <a:buNone/>
              <a:defRPr/>
            </a:lvl5pPr>
          </a:lstStyle>
          <a:p>
            <a:pPr lvl="0"/>
            <a:r>
              <a:rPr lang="fr-CH" dirty="0"/>
              <a:t>Texte</a:t>
            </a:r>
          </a:p>
        </p:txBody>
      </p:sp>
      <p:sp>
        <p:nvSpPr>
          <p:cNvPr id="13" name="Espace réservé pour une image  12"/>
          <p:cNvSpPr>
            <a:spLocks noGrp="1"/>
          </p:cNvSpPr>
          <p:nvPr>
            <p:ph type="pic" sz="quarter" idx="12"/>
          </p:nvPr>
        </p:nvSpPr>
        <p:spPr>
          <a:xfrm>
            <a:off x="-1" y="1245600"/>
            <a:ext cx="10691813" cy="1569600"/>
          </a:xfrm>
          <a:prstGeom prst="rect">
            <a:avLst/>
          </a:prstGeom>
        </p:spPr>
        <p:txBody>
          <a:bodyPr/>
          <a:lstStyle>
            <a:lvl1pPr>
              <a:buNone/>
              <a:defRPr/>
            </a:lvl1pPr>
          </a:lstStyle>
          <a:p>
            <a:r>
              <a:rPr lang="fr-FR"/>
              <a:t>Cliquez sur l'icône pour ajouter une image</a:t>
            </a:r>
            <a:endParaRPr lang="fr-CH" dirty="0"/>
          </a:p>
        </p:txBody>
      </p:sp>
      <p:sp>
        <p:nvSpPr>
          <p:cNvPr id="2" name="Espace réservé du numéro de diapositive 1"/>
          <p:cNvSpPr>
            <a:spLocks noGrp="1"/>
          </p:cNvSpPr>
          <p:nvPr>
            <p:ph type="sldNum" sz="quarter" idx="13"/>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negativ avec bandeau photo">
    <p:spTree>
      <p:nvGrpSpPr>
        <p:cNvPr id="1" name=""/>
        <p:cNvGrpSpPr/>
        <p:nvPr/>
      </p:nvGrpSpPr>
      <p:grpSpPr>
        <a:xfrm>
          <a:off x="0" y="0"/>
          <a:ext cx="0" cy="0"/>
          <a:chOff x="0" y="0"/>
          <a:chExt cx="0" cy="0"/>
        </a:xfrm>
      </p:grpSpPr>
      <p:sp>
        <p:nvSpPr>
          <p:cNvPr id="11" name="Espace réservé du texte 10"/>
          <p:cNvSpPr>
            <a:spLocks noGrp="1"/>
          </p:cNvSpPr>
          <p:nvPr>
            <p:ph type="body" sz="quarter" idx="11" hasCustomPrompt="1"/>
          </p:nvPr>
        </p:nvSpPr>
        <p:spPr>
          <a:xfrm>
            <a:off x="566768" y="3491805"/>
            <a:ext cx="7011386" cy="2808312"/>
          </a:xfrm>
          <a:prstGeom prst="rect">
            <a:avLst/>
          </a:prstGeom>
        </p:spPr>
        <p:txBody>
          <a:bodyPr/>
          <a:lstStyle>
            <a:lvl1pPr marL="0" indent="0" algn="l">
              <a:buNone/>
              <a:defRPr sz="1600">
                <a:solidFill>
                  <a:srgbClr val="707173"/>
                </a:solidFill>
                <a:latin typeface="Tahoma" pitchFamily="34" charset="0"/>
                <a:ea typeface="Tahoma" pitchFamily="34" charset="0"/>
                <a:cs typeface="Tahoma" pitchFamily="34" charset="0"/>
              </a:defRPr>
            </a:lvl1pPr>
            <a:lvl5pPr>
              <a:buNone/>
              <a:defRPr/>
            </a:lvl5pPr>
          </a:lstStyle>
          <a:p>
            <a:pPr lvl="0"/>
            <a:r>
              <a:rPr lang="fr-CH" dirty="0"/>
              <a:t>Texte</a:t>
            </a:r>
          </a:p>
          <a:p>
            <a:pPr lvl="0"/>
            <a:endParaRPr lang="fr-CH" dirty="0"/>
          </a:p>
          <a:p>
            <a:pPr lvl="0"/>
            <a:endParaRPr lang="fr-CH" dirty="0"/>
          </a:p>
        </p:txBody>
      </p:sp>
      <p:sp>
        <p:nvSpPr>
          <p:cNvPr id="13" name="Espace réservé pour une image  12"/>
          <p:cNvSpPr>
            <a:spLocks noGrp="1"/>
          </p:cNvSpPr>
          <p:nvPr>
            <p:ph type="pic" sz="quarter" idx="12"/>
          </p:nvPr>
        </p:nvSpPr>
        <p:spPr>
          <a:xfrm>
            <a:off x="-1" y="1245600"/>
            <a:ext cx="10691813" cy="1569600"/>
          </a:xfrm>
          <a:prstGeom prst="rect">
            <a:avLst/>
          </a:prstGeom>
        </p:spPr>
        <p:txBody>
          <a:bodyPr/>
          <a:lstStyle>
            <a:lvl1pPr>
              <a:buNone/>
              <a:defRPr/>
            </a:lvl1pPr>
          </a:lstStyle>
          <a:p>
            <a:r>
              <a:rPr lang="fr-FR"/>
              <a:t>Cliquez sur l'icône pour ajouter une image</a:t>
            </a:r>
            <a:endParaRPr lang="fr-CH" dirty="0"/>
          </a:p>
        </p:txBody>
      </p:sp>
      <p:sp>
        <p:nvSpPr>
          <p:cNvPr id="5" name="Rechteck 4"/>
          <p:cNvSpPr/>
          <p:nvPr userDrawn="1"/>
        </p:nvSpPr>
        <p:spPr>
          <a:xfrm>
            <a:off x="-17315" y="2814951"/>
            <a:ext cx="10691813" cy="53283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9" name="Espace réservé du texte 8"/>
          <p:cNvSpPr>
            <a:spLocks noGrp="1"/>
          </p:cNvSpPr>
          <p:nvPr>
            <p:ph type="body" sz="quarter" idx="10" hasCustomPrompt="1"/>
          </p:nvPr>
        </p:nvSpPr>
        <p:spPr>
          <a:xfrm>
            <a:off x="572797" y="2843733"/>
            <a:ext cx="5644772" cy="396877"/>
          </a:xfrm>
          <a:prstGeom prst="rect">
            <a:avLst/>
          </a:prstGeom>
        </p:spPr>
        <p:txBody>
          <a:bodyPr/>
          <a:lstStyle>
            <a:lvl1pPr>
              <a:buNone/>
              <a:defRPr sz="2400" b="1" baseline="0">
                <a:solidFill>
                  <a:schemeClr val="bg1"/>
                </a:solidFill>
                <a:latin typeface="Tahoma" pitchFamily="34" charset="0"/>
                <a:ea typeface="Tahoma" pitchFamily="34" charset="0"/>
                <a:cs typeface="Tahoma" pitchFamily="34" charset="0"/>
              </a:defRPr>
            </a:lvl1pPr>
          </a:lstStyle>
          <a:p>
            <a:pPr lvl="0"/>
            <a:r>
              <a:rPr lang="fr-CH" dirty="0"/>
              <a:t>Titre</a:t>
            </a:r>
          </a:p>
        </p:txBody>
      </p:sp>
      <p:sp>
        <p:nvSpPr>
          <p:cNvPr id="2" name="Espace réservé du numéro de diapositive 1"/>
          <p:cNvSpPr>
            <a:spLocks noGrp="1"/>
          </p:cNvSpPr>
          <p:nvPr>
            <p:ph type="sldNum" sz="quarter" idx="13"/>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2623032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9" name="Espace réservé du texte 8"/>
          <p:cNvSpPr>
            <a:spLocks noGrp="1"/>
          </p:cNvSpPr>
          <p:nvPr>
            <p:ph type="body" sz="quarter" idx="10" hasCustomPrompt="1"/>
          </p:nvPr>
        </p:nvSpPr>
        <p:spPr>
          <a:xfrm>
            <a:off x="576000" y="1257978"/>
            <a:ext cx="9008063"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Sommaire</a:t>
            </a:r>
          </a:p>
        </p:txBody>
      </p:sp>
      <p:sp>
        <p:nvSpPr>
          <p:cNvPr id="13" name="Espace réservé du texte 12"/>
          <p:cNvSpPr>
            <a:spLocks noGrp="1"/>
          </p:cNvSpPr>
          <p:nvPr>
            <p:ph type="body" sz="quarter" idx="11" hasCustomPrompt="1"/>
          </p:nvPr>
        </p:nvSpPr>
        <p:spPr>
          <a:xfrm>
            <a:off x="576000" y="2411685"/>
            <a:ext cx="3047588" cy="3672408"/>
          </a:xfrm>
          <a:prstGeom prst="rect">
            <a:avLst/>
          </a:prstGeom>
        </p:spPr>
        <p:txBody>
          <a:bodyPr/>
          <a:lstStyle>
            <a:lvl1pPr indent="-360000">
              <a:lnSpc>
                <a:spcPct val="150000"/>
              </a:lnSpc>
              <a:spcBef>
                <a:spcPts val="0"/>
              </a:spcBef>
              <a:buFont typeface="+mj-lt"/>
              <a:buAutoNum type="arabicPeriod"/>
              <a:defRPr sz="1600" b="1">
                <a:solidFill>
                  <a:srgbClr val="707173"/>
                </a:solidFill>
                <a:latin typeface="Tahoma" pitchFamily="34" charset="0"/>
                <a:ea typeface="Tahoma" pitchFamily="34" charset="0"/>
                <a:cs typeface="Tahoma" pitchFamily="34" charset="0"/>
              </a:defRPr>
            </a:lvl1pPr>
            <a:lvl2pPr marL="1188000">
              <a:buFontTx/>
              <a:buNone/>
              <a:defRPr sz="1200" b="0">
                <a:solidFill>
                  <a:srgbClr val="707173"/>
                </a:solidFill>
                <a:latin typeface="Tahoma" pitchFamily="34" charset="0"/>
                <a:ea typeface="Tahoma" pitchFamily="34" charset="0"/>
                <a:cs typeface="Tahoma" pitchFamily="34" charset="0"/>
              </a:defRPr>
            </a:lvl2pPr>
            <a:lvl3pPr>
              <a:buFontTx/>
              <a:buNone/>
              <a:defRPr sz="1100" b="1">
                <a:solidFill>
                  <a:srgbClr val="707173"/>
                </a:solidFill>
                <a:latin typeface="Tahoma" pitchFamily="34" charset="0"/>
                <a:ea typeface="Tahoma" pitchFamily="34" charset="0"/>
                <a:cs typeface="Tahoma" pitchFamily="34" charset="0"/>
              </a:defRPr>
            </a:lvl3pPr>
          </a:lstStyle>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r>
              <a:rPr lang="fr-CH" dirty="0"/>
              <a:t>Texte</a:t>
            </a:r>
          </a:p>
          <a:p>
            <a:pPr lvl="0"/>
            <a:endParaRPr lang="fr-CH" dirty="0"/>
          </a:p>
        </p:txBody>
      </p:sp>
      <p:sp>
        <p:nvSpPr>
          <p:cNvPr id="2" name="Espace réservé du numéro de diapositive 1"/>
          <p:cNvSpPr>
            <a:spLocks noGrp="1"/>
          </p:cNvSpPr>
          <p:nvPr>
            <p:ph type="sldNum" sz="quarter" idx="12"/>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texte simple">
    <p:spTree>
      <p:nvGrpSpPr>
        <p:cNvPr id="1" name=""/>
        <p:cNvGrpSpPr/>
        <p:nvPr/>
      </p:nvGrpSpPr>
      <p:grpSpPr>
        <a:xfrm>
          <a:off x="0" y="0"/>
          <a:ext cx="0" cy="0"/>
          <a:chOff x="0" y="0"/>
          <a:chExt cx="0" cy="0"/>
        </a:xfrm>
      </p:grpSpPr>
      <p:sp>
        <p:nvSpPr>
          <p:cNvPr id="4" name="Espace réservé du texte 4"/>
          <p:cNvSpPr>
            <a:spLocks noGrp="1"/>
          </p:cNvSpPr>
          <p:nvPr>
            <p:ph type="body" sz="quarter" idx="10" hasCustomPrompt="1"/>
          </p:nvPr>
        </p:nvSpPr>
        <p:spPr>
          <a:xfrm>
            <a:off x="586084" y="1239822"/>
            <a:ext cx="9008063"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Titre</a:t>
            </a:r>
            <a:endParaRPr lang="fr-CH" dirty="0"/>
          </a:p>
        </p:txBody>
      </p:sp>
      <p:sp>
        <p:nvSpPr>
          <p:cNvPr id="6" name="Espace réservé du texte 5"/>
          <p:cNvSpPr>
            <a:spLocks noGrp="1"/>
          </p:cNvSpPr>
          <p:nvPr>
            <p:ph type="body" sz="quarter" idx="11" hasCustomPrompt="1"/>
          </p:nvPr>
        </p:nvSpPr>
        <p:spPr>
          <a:xfrm>
            <a:off x="586315" y="2269887"/>
            <a:ext cx="9008063" cy="4523900"/>
          </a:xfrm>
          <a:prstGeom prst="rect">
            <a:avLst/>
          </a:prstGeom>
        </p:spPr>
        <p:txBody>
          <a:bodyPr/>
          <a:lstStyle>
            <a:lvl1pPr marL="0" indent="0">
              <a:buNone/>
              <a:defRPr sz="2400">
                <a:solidFill>
                  <a:srgbClr val="707173"/>
                </a:solidFill>
                <a:latin typeface="Tahoma" pitchFamily="34" charset="0"/>
                <a:ea typeface="Tahoma" pitchFamily="34" charset="0"/>
                <a:cs typeface="Tahoma" pitchFamily="34" charset="0"/>
              </a:defRPr>
            </a:lvl1pPr>
          </a:lstStyle>
          <a:p>
            <a:pPr lvl="0"/>
            <a:r>
              <a:rPr lang="fr-CH" dirty="0"/>
              <a:t>Texte</a:t>
            </a:r>
          </a:p>
          <a:p>
            <a:pPr lvl="0"/>
            <a:endParaRPr lang="fr-CH" dirty="0"/>
          </a:p>
        </p:txBody>
      </p:sp>
      <p:sp>
        <p:nvSpPr>
          <p:cNvPr id="2" name="Espace réservé du numéro de diapositive 1"/>
          <p:cNvSpPr>
            <a:spLocks noGrp="1"/>
          </p:cNvSpPr>
          <p:nvPr>
            <p:ph type="sldNum" sz="quarter" idx="12"/>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ux colonnes énumération">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énumération </a:t>
            </a:r>
            <a:endParaRPr lang="fr-CH" dirty="0"/>
          </a:p>
        </p:txBody>
      </p:sp>
      <p:sp>
        <p:nvSpPr>
          <p:cNvPr id="9" name="Espace réservé du texte 8"/>
          <p:cNvSpPr>
            <a:spLocks noGrp="1"/>
          </p:cNvSpPr>
          <p:nvPr>
            <p:ph type="body" sz="quarter" idx="11" hasCustomPrompt="1"/>
          </p:nvPr>
        </p:nvSpPr>
        <p:spPr>
          <a:xfrm>
            <a:off x="594179" y="2411685"/>
            <a:ext cx="3653738" cy="3744415"/>
          </a:xfrm>
          <a:prstGeom prst="rect">
            <a:avLst/>
          </a:prstGeom>
        </p:spPr>
        <p:txBody>
          <a:bodyPr/>
          <a:lstStyle>
            <a:lvl1pPr>
              <a:buFont typeface="Tahoma" pitchFamily="34" charset="0"/>
              <a:buChar char="—"/>
              <a:defRPr sz="1600" b="1" baseline="0">
                <a:solidFill>
                  <a:srgbClr val="707173"/>
                </a:solidFill>
                <a:latin typeface="Tahoma" pitchFamily="34" charset="0"/>
                <a:ea typeface="Tahoma" pitchFamily="34" charset="0"/>
                <a:cs typeface="Tahoma" pitchFamily="34" charset="0"/>
              </a:defRPr>
            </a:lvl1pPr>
            <a:lvl2pPr marL="648000">
              <a:buNone/>
              <a:defRPr sz="1200">
                <a:solidFill>
                  <a:srgbClr val="707173"/>
                </a:solidFill>
                <a:latin typeface="Tahoma" pitchFamily="34" charset="0"/>
                <a:ea typeface="Tahoma" pitchFamily="34" charset="0"/>
                <a:cs typeface="Tahoma" pitchFamily="34" charset="0"/>
              </a:defRPr>
            </a:lvl2pPr>
          </a:lstStyle>
          <a:p>
            <a:pPr lvl="0"/>
            <a:r>
              <a:rPr lang="fr-FR" dirty="0"/>
              <a:t>Titre 1</a:t>
            </a:r>
          </a:p>
          <a:p>
            <a:pPr lvl="1"/>
            <a:r>
              <a:rPr lang="fr-FR" dirty="0"/>
              <a:t>Texte 1</a:t>
            </a:r>
          </a:p>
          <a:p>
            <a:pPr lvl="1"/>
            <a:endParaRPr lang="fr-FR" dirty="0"/>
          </a:p>
          <a:p>
            <a:pPr lvl="0"/>
            <a:r>
              <a:rPr lang="fr-CH" dirty="0"/>
              <a:t>Titre 2</a:t>
            </a:r>
          </a:p>
          <a:p>
            <a:pPr lvl="1"/>
            <a:r>
              <a:rPr lang="fr-CH" dirty="0"/>
              <a:t>Texte 2</a:t>
            </a:r>
          </a:p>
          <a:p>
            <a:pPr lvl="1"/>
            <a:endParaRPr lang="fr-CH" dirty="0"/>
          </a:p>
          <a:p>
            <a:pPr lvl="0"/>
            <a:r>
              <a:rPr lang="fr-CH" dirty="0"/>
              <a:t>Titre 3</a:t>
            </a:r>
          </a:p>
          <a:p>
            <a:pPr lvl="1"/>
            <a:r>
              <a:rPr lang="fr-CH" dirty="0"/>
              <a:t>Texte 3</a:t>
            </a:r>
          </a:p>
        </p:txBody>
      </p:sp>
      <p:sp>
        <p:nvSpPr>
          <p:cNvPr id="15" name="Espace réservé du texte 14"/>
          <p:cNvSpPr>
            <a:spLocks noGrp="1"/>
          </p:cNvSpPr>
          <p:nvPr>
            <p:ph type="body" sz="quarter" idx="12" hasCustomPrompt="1"/>
          </p:nvPr>
        </p:nvSpPr>
        <p:spPr>
          <a:xfrm>
            <a:off x="4500479" y="2411685"/>
            <a:ext cx="3653738" cy="3744416"/>
          </a:xfrm>
          <a:prstGeom prst="rect">
            <a:avLst/>
          </a:prstGeom>
        </p:spPr>
        <p:txBody>
          <a:bodyPr/>
          <a:lstStyle>
            <a:lvl1pPr>
              <a:buFont typeface="Tahoma" pitchFamily="34" charset="0"/>
              <a:buChar char="—"/>
              <a:defRPr sz="1600" b="1">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Titre 4</a:t>
            </a:r>
          </a:p>
          <a:p>
            <a:pPr lvl="1"/>
            <a:r>
              <a:rPr lang="fr-CH" sz="1000" dirty="0">
                <a:solidFill>
                  <a:srgbClr val="707173"/>
                </a:solidFill>
                <a:latin typeface="Tahoma" pitchFamily="34" charset="0"/>
                <a:ea typeface="Tahoma" pitchFamily="34" charset="0"/>
                <a:cs typeface="Tahoma" pitchFamily="34" charset="0"/>
              </a:rPr>
              <a:t>Texte 4</a:t>
            </a:r>
          </a:p>
          <a:p>
            <a:pPr lvl="1"/>
            <a:endParaRPr lang="fr-CH" sz="1000" dirty="0">
              <a:solidFill>
                <a:srgbClr val="707173"/>
              </a:solidFill>
              <a:latin typeface="Tahoma" pitchFamily="34" charset="0"/>
              <a:ea typeface="Tahoma" pitchFamily="34" charset="0"/>
              <a:cs typeface="Tahoma" pitchFamily="34" charset="0"/>
            </a:endParaRPr>
          </a:p>
          <a:p>
            <a:pPr lvl="0"/>
            <a:r>
              <a:rPr lang="fr-CH" dirty="0"/>
              <a:t>Titre 5</a:t>
            </a:r>
          </a:p>
          <a:p>
            <a:pPr lvl="1"/>
            <a:r>
              <a:rPr lang="fr-CH" dirty="0"/>
              <a:t>Texte 5</a:t>
            </a:r>
          </a:p>
          <a:p>
            <a:pPr lvl="1"/>
            <a:endParaRPr lang="fr-CH" dirty="0"/>
          </a:p>
          <a:p>
            <a:pPr lvl="0"/>
            <a:r>
              <a:rPr lang="fr-CH" dirty="0"/>
              <a:t>Titre 6</a:t>
            </a:r>
          </a:p>
          <a:p>
            <a:pPr lvl="1"/>
            <a:r>
              <a:rPr lang="fr-CH" dirty="0"/>
              <a:t>Texte 6</a:t>
            </a:r>
          </a:p>
        </p:txBody>
      </p:sp>
      <p:sp>
        <p:nvSpPr>
          <p:cNvPr id="2" name="Espace réservé du numéro de diapositive 1"/>
          <p:cNvSpPr>
            <a:spLocks noGrp="1"/>
          </p:cNvSpPr>
          <p:nvPr>
            <p:ph type="sldNum" sz="quarter" idx="13"/>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e et photo">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photo</a:t>
            </a:r>
            <a:endParaRPr lang="fr-CH" dirty="0"/>
          </a:p>
        </p:txBody>
      </p:sp>
      <p:sp>
        <p:nvSpPr>
          <p:cNvPr id="15" name="Espace réservé du texte 14"/>
          <p:cNvSpPr>
            <a:spLocks noGrp="1"/>
          </p:cNvSpPr>
          <p:nvPr>
            <p:ph type="body" sz="quarter" idx="12" hasCustomPrompt="1"/>
          </p:nvPr>
        </p:nvSpPr>
        <p:spPr>
          <a:xfrm>
            <a:off x="4605666"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a:p>
            <a:pPr lvl="0"/>
            <a:endParaRPr lang="fr-FR" dirty="0"/>
          </a:p>
        </p:txBody>
      </p:sp>
      <p:sp>
        <p:nvSpPr>
          <p:cNvPr id="3" name="Bildplatzhalter 2"/>
          <p:cNvSpPr>
            <a:spLocks noGrp="1"/>
          </p:cNvSpPr>
          <p:nvPr>
            <p:ph type="pic" sz="quarter" idx="13" hasCustomPrompt="1"/>
          </p:nvPr>
        </p:nvSpPr>
        <p:spPr>
          <a:xfrm>
            <a:off x="665386" y="2413148"/>
            <a:ext cx="3652838" cy="3600450"/>
          </a:xfrm>
          <a:prstGeom prst="rect">
            <a:avLst/>
          </a:prstGeom>
        </p:spPr>
        <p:txBody>
          <a:bodyPr/>
          <a:lstStyle>
            <a:lvl1pPr>
              <a:defRPr/>
            </a:lvl1pPr>
          </a:lstStyle>
          <a:p>
            <a:r>
              <a:rPr lang="fr-CH" dirty="0"/>
              <a:t>Photo</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3947829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e et diagramme">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diagramme</a:t>
            </a:r>
            <a:endParaRPr lang="fr-CH" dirty="0"/>
          </a:p>
        </p:txBody>
      </p:sp>
      <p:sp>
        <p:nvSpPr>
          <p:cNvPr id="15" name="Espace réservé du texte 14"/>
          <p:cNvSpPr>
            <a:spLocks noGrp="1"/>
          </p:cNvSpPr>
          <p:nvPr>
            <p:ph type="body" sz="quarter" idx="12" hasCustomPrompt="1"/>
          </p:nvPr>
        </p:nvSpPr>
        <p:spPr>
          <a:xfrm>
            <a:off x="4605665"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p:txBody>
      </p:sp>
      <p:sp>
        <p:nvSpPr>
          <p:cNvPr id="4" name="Diagrammplatzhalter 3"/>
          <p:cNvSpPr>
            <a:spLocks noGrp="1"/>
          </p:cNvSpPr>
          <p:nvPr>
            <p:ph type="chart" sz="quarter" idx="13" hasCustomPrompt="1"/>
          </p:nvPr>
        </p:nvSpPr>
        <p:spPr>
          <a:xfrm>
            <a:off x="665386" y="2411561"/>
            <a:ext cx="3652838" cy="3602037"/>
          </a:xfrm>
          <a:prstGeom prst="rect">
            <a:avLst/>
          </a:prstGeom>
        </p:spPr>
        <p:txBody>
          <a:bodyPr/>
          <a:lstStyle>
            <a:lvl1pPr>
              <a:defRPr/>
            </a:lvl1pPr>
          </a:lstStyle>
          <a:p>
            <a:r>
              <a:rPr lang="fr-CH" dirty="0"/>
              <a:t>Diagramme</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3530565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e et Excel">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a:t>
            </a:r>
            <a:r>
              <a:rPr lang="fr-FR" dirty="0" err="1"/>
              <a:t>excel</a:t>
            </a:r>
            <a:endParaRPr lang="fr-CH" dirty="0"/>
          </a:p>
        </p:txBody>
      </p:sp>
      <p:sp>
        <p:nvSpPr>
          <p:cNvPr id="15" name="Espace réservé du texte 14"/>
          <p:cNvSpPr>
            <a:spLocks noGrp="1"/>
          </p:cNvSpPr>
          <p:nvPr>
            <p:ph type="body" sz="quarter" idx="12" hasCustomPrompt="1"/>
          </p:nvPr>
        </p:nvSpPr>
        <p:spPr>
          <a:xfrm>
            <a:off x="4605665"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p:txBody>
      </p:sp>
      <p:sp>
        <p:nvSpPr>
          <p:cNvPr id="3" name="Tabellenplatzhalter 2"/>
          <p:cNvSpPr>
            <a:spLocks noGrp="1"/>
          </p:cNvSpPr>
          <p:nvPr>
            <p:ph type="tbl" sz="quarter" idx="13" hasCustomPrompt="1"/>
          </p:nvPr>
        </p:nvSpPr>
        <p:spPr>
          <a:xfrm>
            <a:off x="665386" y="2411685"/>
            <a:ext cx="3652838" cy="3602037"/>
          </a:xfrm>
          <a:prstGeom prst="rect">
            <a:avLst/>
          </a:prstGeom>
        </p:spPr>
        <p:txBody>
          <a:bodyPr/>
          <a:lstStyle>
            <a:lvl1pPr>
              <a:defRPr/>
            </a:lvl1pPr>
          </a:lstStyle>
          <a:p>
            <a:r>
              <a:rPr lang="fr-CH" dirty="0"/>
              <a:t>Tableau</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345280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e et clip">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500" b="1">
                <a:solidFill>
                  <a:srgbClr val="FF0000"/>
                </a:solidFill>
                <a:latin typeface="Tahoma" pitchFamily="34" charset="0"/>
                <a:ea typeface="Tahoma" pitchFamily="34" charset="0"/>
                <a:cs typeface="Tahoma" pitchFamily="34" charset="0"/>
              </a:defRPr>
            </a:lvl1pPr>
          </a:lstStyle>
          <a:p>
            <a:pPr lvl="0"/>
            <a:r>
              <a:rPr lang="fr-FR" dirty="0"/>
              <a:t>Deux colonnes avec média</a:t>
            </a:r>
            <a:endParaRPr lang="fr-CH" dirty="0"/>
          </a:p>
        </p:txBody>
      </p:sp>
      <p:sp>
        <p:nvSpPr>
          <p:cNvPr id="15" name="Espace réservé du texte 14"/>
          <p:cNvSpPr>
            <a:spLocks noGrp="1"/>
          </p:cNvSpPr>
          <p:nvPr>
            <p:ph type="body" sz="quarter" idx="12" hasCustomPrompt="1"/>
          </p:nvPr>
        </p:nvSpPr>
        <p:spPr>
          <a:xfrm>
            <a:off x="4601771"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p:txBody>
      </p:sp>
      <p:sp>
        <p:nvSpPr>
          <p:cNvPr id="4" name="Medienplatzhalter 3"/>
          <p:cNvSpPr>
            <a:spLocks noGrp="1"/>
          </p:cNvSpPr>
          <p:nvPr>
            <p:ph type="media" sz="quarter" idx="13" hasCustomPrompt="1"/>
          </p:nvPr>
        </p:nvSpPr>
        <p:spPr>
          <a:xfrm>
            <a:off x="665386" y="2411685"/>
            <a:ext cx="3652838" cy="3602037"/>
          </a:xfrm>
          <a:prstGeom prst="rect">
            <a:avLst/>
          </a:prstGeom>
        </p:spPr>
        <p:txBody>
          <a:bodyPr/>
          <a:lstStyle>
            <a:lvl1pPr>
              <a:defRPr/>
            </a:lvl1pPr>
          </a:lstStyle>
          <a:p>
            <a:r>
              <a:rPr lang="fr-CH" dirty="0"/>
              <a:t>Média</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2287320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e et image online">
    <p:spTree>
      <p:nvGrpSpPr>
        <p:cNvPr id="1" name=""/>
        <p:cNvGrpSpPr/>
        <p:nvPr/>
      </p:nvGrpSpPr>
      <p:grpSpPr>
        <a:xfrm>
          <a:off x="0" y="0"/>
          <a:ext cx="0" cy="0"/>
          <a:chOff x="0" y="0"/>
          <a:chExt cx="0" cy="0"/>
        </a:xfrm>
      </p:grpSpPr>
      <p:sp>
        <p:nvSpPr>
          <p:cNvPr id="10" name="Rectangle 9"/>
          <p:cNvSpPr/>
          <p:nvPr userDrawn="1"/>
        </p:nvSpPr>
        <p:spPr>
          <a:xfrm>
            <a:off x="419506" y="1060455"/>
            <a:ext cx="9411023" cy="11094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sz="2053">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60200" y="1238120"/>
            <a:ext cx="759401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Deux colonnes avec Image Online</a:t>
            </a:r>
            <a:endParaRPr lang="fr-CH" dirty="0"/>
          </a:p>
        </p:txBody>
      </p:sp>
      <p:sp>
        <p:nvSpPr>
          <p:cNvPr id="15" name="Espace réservé du texte 14"/>
          <p:cNvSpPr>
            <a:spLocks noGrp="1"/>
          </p:cNvSpPr>
          <p:nvPr>
            <p:ph type="body" sz="quarter" idx="12" hasCustomPrompt="1"/>
          </p:nvPr>
        </p:nvSpPr>
        <p:spPr>
          <a:xfrm>
            <a:off x="4605665" y="2411685"/>
            <a:ext cx="3653738" cy="3601913"/>
          </a:xfrm>
          <a:prstGeom prst="rect">
            <a:avLst/>
          </a:prstGeom>
        </p:spPr>
        <p:txBody>
          <a:bodyPr/>
          <a:lstStyle>
            <a:lvl1pPr marL="0" indent="0">
              <a:buFont typeface="Tahoma" pitchFamily="34" charset="0"/>
              <a:buNone/>
              <a:defRPr sz="1600" b="0">
                <a:solidFill>
                  <a:srgbClr val="707173"/>
                </a:solidFill>
                <a:latin typeface="Tahoma" pitchFamily="34" charset="0"/>
                <a:ea typeface="Tahoma" pitchFamily="34" charset="0"/>
                <a:cs typeface="Tahoma" pitchFamily="34" charset="0"/>
              </a:defRPr>
            </a:lvl1pPr>
            <a:lvl2pPr marL="648000">
              <a:buFontTx/>
              <a:buNone/>
              <a:defRPr sz="1200">
                <a:solidFill>
                  <a:srgbClr val="707173"/>
                </a:solidFill>
                <a:latin typeface="Tahoma" pitchFamily="34" charset="0"/>
                <a:ea typeface="Tahoma" pitchFamily="34" charset="0"/>
                <a:cs typeface="Tahoma" pitchFamily="34" charset="0"/>
              </a:defRPr>
            </a:lvl2pPr>
          </a:lstStyle>
          <a:p>
            <a:pPr lvl="0"/>
            <a:r>
              <a:rPr lang="fr-FR" dirty="0"/>
              <a:t>Texte</a:t>
            </a:r>
          </a:p>
          <a:p>
            <a:pPr lvl="0"/>
            <a:endParaRPr lang="fr-FR" dirty="0"/>
          </a:p>
        </p:txBody>
      </p:sp>
      <p:sp>
        <p:nvSpPr>
          <p:cNvPr id="3" name="Onlinebild-Platzhalter 2"/>
          <p:cNvSpPr>
            <a:spLocks noGrp="1"/>
          </p:cNvSpPr>
          <p:nvPr>
            <p:ph type="clipArt" sz="quarter" idx="13" hasCustomPrompt="1"/>
          </p:nvPr>
        </p:nvSpPr>
        <p:spPr>
          <a:xfrm>
            <a:off x="665386" y="2411561"/>
            <a:ext cx="3652838" cy="3602037"/>
          </a:xfrm>
          <a:prstGeom prst="rect">
            <a:avLst/>
          </a:prstGeom>
        </p:spPr>
        <p:txBody>
          <a:bodyPr/>
          <a:lstStyle>
            <a:lvl1pPr>
              <a:defRPr/>
            </a:lvl1pPr>
          </a:lstStyle>
          <a:p>
            <a:r>
              <a:rPr lang="fr-CH" dirty="0"/>
              <a:t>Image Online</a:t>
            </a:r>
          </a:p>
        </p:txBody>
      </p:sp>
      <p:sp>
        <p:nvSpPr>
          <p:cNvPr id="2" name="Espace réservé du numéro de diapositive 1"/>
          <p:cNvSpPr>
            <a:spLocks noGrp="1"/>
          </p:cNvSpPr>
          <p:nvPr>
            <p:ph type="sldNum" sz="quarter" idx="14"/>
          </p:nvPr>
        </p:nvSpPr>
        <p:spPr>
          <a:xfrm>
            <a:off x="4143375" y="6978599"/>
            <a:ext cx="2405062" cy="401638"/>
          </a:xfrm>
        </p:spPr>
        <p:txBody>
          <a:bodyPr/>
          <a:lstStyle/>
          <a:p>
            <a:fld id="{4F439F28-9AED-4E6F-B87B-0A4D16674C0E}" type="slidenum">
              <a:rPr lang="fr-CH" smtClean="0"/>
              <a:t>‹N°›</a:t>
            </a:fld>
            <a:endParaRPr lang="fr-CH" dirty="0"/>
          </a:p>
        </p:txBody>
      </p:sp>
    </p:spTree>
    <p:extLst>
      <p:ext uri="{BB962C8B-B14F-4D97-AF65-F5344CB8AC3E}">
        <p14:creationId xmlns:p14="http://schemas.microsoft.com/office/powerpoint/2010/main" val="2236904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et grande image">
    <p:spTree>
      <p:nvGrpSpPr>
        <p:cNvPr id="1" name=""/>
        <p:cNvGrpSpPr/>
        <p:nvPr/>
      </p:nvGrpSpPr>
      <p:grpSpPr>
        <a:xfrm>
          <a:off x="0" y="0"/>
          <a:ext cx="0" cy="0"/>
          <a:chOff x="0" y="0"/>
          <a:chExt cx="0" cy="0"/>
        </a:xfrm>
      </p:grpSpPr>
      <p:sp>
        <p:nvSpPr>
          <p:cNvPr id="5" name="Espace réservé du texte 4"/>
          <p:cNvSpPr>
            <a:spLocks noGrp="1"/>
          </p:cNvSpPr>
          <p:nvPr>
            <p:ph type="body" sz="quarter" idx="10" hasCustomPrompt="1"/>
          </p:nvPr>
        </p:nvSpPr>
        <p:spPr>
          <a:xfrm>
            <a:off x="558650" y="1239822"/>
            <a:ext cx="9395768" cy="793667"/>
          </a:xfrm>
          <a:prstGeom prst="rect">
            <a:avLst/>
          </a:prstGeom>
        </p:spPr>
        <p:txBody>
          <a:bodyPr anchor="ctr" anchorCtr="0"/>
          <a:lstStyle>
            <a:lvl1pPr>
              <a:buNone/>
              <a:defRPr sz="2400" b="1">
                <a:solidFill>
                  <a:srgbClr val="FF0000"/>
                </a:solidFill>
                <a:latin typeface="Tahoma" pitchFamily="34" charset="0"/>
                <a:ea typeface="Tahoma" pitchFamily="34" charset="0"/>
                <a:cs typeface="Tahoma" pitchFamily="34" charset="0"/>
              </a:defRPr>
            </a:lvl1pPr>
          </a:lstStyle>
          <a:p>
            <a:pPr lvl="0"/>
            <a:r>
              <a:rPr lang="fr-FR" dirty="0"/>
              <a:t>Image</a:t>
            </a:r>
            <a:endParaRPr lang="fr-CH" dirty="0"/>
          </a:p>
        </p:txBody>
      </p:sp>
      <p:sp>
        <p:nvSpPr>
          <p:cNvPr id="3" name="Bildplatzhalter 2"/>
          <p:cNvSpPr>
            <a:spLocks noGrp="1"/>
          </p:cNvSpPr>
          <p:nvPr>
            <p:ph type="pic" sz="quarter" idx="11"/>
          </p:nvPr>
        </p:nvSpPr>
        <p:spPr>
          <a:xfrm>
            <a:off x="665386" y="2339975"/>
            <a:ext cx="9396412" cy="4608513"/>
          </a:xfrm>
          <a:prstGeom prst="rect">
            <a:avLst/>
          </a:prstGeom>
        </p:spPr>
        <p:txBody>
          <a:bodyPr/>
          <a:lstStyle/>
          <a:p>
            <a:r>
              <a:rPr lang="fr-FR"/>
              <a:t>Cliquez sur l'icône pour ajouter une image</a:t>
            </a:r>
            <a:endParaRPr lang="fr-CH"/>
          </a:p>
        </p:txBody>
      </p:sp>
      <p:sp>
        <p:nvSpPr>
          <p:cNvPr id="2" name="Espace réservé du numéro de diapositive 1"/>
          <p:cNvSpPr>
            <a:spLocks noGrp="1"/>
          </p:cNvSpPr>
          <p:nvPr>
            <p:ph type="sldNum" sz="quarter" idx="12"/>
          </p:nvPr>
        </p:nvSpPr>
        <p:spPr>
          <a:xfrm>
            <a:off x="4143375" y="6978599"/>
            <a:ext cx="2405062" cy="401638"/>
          </a:xfrm>
        </p:spPr>
        <p:txBody>
          <a:bodyPr/>
          <a:lstStyle/>
          <a:p>
            <a:fld id="{4F439F28-9AED-4E6F-B87B-0A4D16674C0E}" type="slidenum">
              <a:rPr lang="fr-CH" smtClean="0"/>
              <a:t>‹N°›</a:t>
            </a:fld>
            <a:endParaRPr lang="fr-CH"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ide ">
    <p:spTree>
      <p:nvGrpSpPr>
        <p:cNvPr id="1" name=""/>
        <p:cNvGrpSpPr/>
        <p:nvPr/>
      </p:nvGrpSpPr>
      <p:grpSpPr>
        <a:xfrm>
          <a:off x="0" y="0"/>
          <a:ext cx="0" cy="0"/>
          <a:chOff x="0" y="0"/>
          <a:chExt cx="0" cy="0"/>
        </a:xfrm>
      </p:grpSpPr>
      <p:sp>
        <p:nvSpPr>
          <p:cNvPr id="4" name="Rectangle 3"/>
          <p:cNvSpPr/>
          <p:nvPr userDrawn="1"/>
        </p:nvSpPr>
        <p:spPr>
          <a:xfrm>
            <a:off x="0" y="0"/>
            <a:ext cx="10691813" cy="7559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sz="2053"/>
          </a:p>
        </p:txBody>
      </p:sp>
      <p:sp>
        <p:nvSpPr>
          <p:cNvPr id="2" name="Espace réservé du numéro de diapositive 1"/>
          <p:cNvSpPr>
            <a:spLocks noGrp="1"/>
          </p:cNvSpPr>
          <p:nvPr>
            <p:ph type="sldNum" sz="quarter" idx="10"/>
          </p:nvPr>
        </p:nvSpPr>
        <p:spPr>
          <a:xfrm>
            <a:off x="4143375" y="7007225"/>
            <a:ext cx="2405062" cy="401638"/>
          </a:xfrm>
        </p:spPr>
        <p:txBody>
          <a:bodyPr/>
          <a:lstStyle/>
          <a:p>
            <a:fld id="{4F439F28-9AED-4E6F-B87B-0A4D16674C0E}" type="slidenum">
              <a:rPr lang="fr-CH" smtClean="0"/>
              <a:t>‹N°›</a:t>
            </a:fld>
            <a:endParaRPr lang="fr-C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Grafik 12"/>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9306346" y="6943614"/>
            <a:ext cx="720000" cy="292607"/>
          </a:xfrm>
          <a:prstGeom prst="rect">
            <a:avLst/>
          </a:prstGeom>
        </p:spPr>
      </p:pic>
      <p:pic>
        <p:nvPicPr>
          <p:cNvPr id="4" name="Image 3"/>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6467091" y="251445"/>
            <a:ext cx="3559304" cy="756000"/>
          </a:xfrm>
          <a:prstGeom prst="rect">
            <a:avLst/>
          </a:prstGeom>
        </p:spPr>
      </p:pic>
      <p:sp>
        <p:nvSpPr>
          <p:cNvPr id="2" name="Espace réservé du numéro de diapositive 1"/>
          <p:cNvSpPr>
            <a:spLocks noGrp="1"/>
          </p:cNvSpPr>
          <p:nvPr>
            <p:ph type="sldNum" sz="quarter" idx="4"/>
          </p:nvPr>
        </p:nvSpPr>
        <p:spPr>
          <a:xfrm>
            <a:off x="4143375" y="6978599"/>
            <a:ext cx="2405062" cy="401638"/>
          </a:xfrm>
          <a:prstGeom prst="rect">
            <a:avLst/>
          </a:prstGeom>
        </p:spPr>
        <p:txBody>
          <a:bodyPr vert="horz" lIns="91440" tIns="45720" rIns="91440" bIns="45720" rtlCol="0" anchor="ctr"/>
          <a:lstStyle>
            <a:lvl1pPr algn="ctr">
              <a:defRPr sz="1200">
                <a:solidFill>
                  <a:schemeClr val="tx1">
                    <a:tint val="75000"/>
                  </a:schemeClr>
                </a:solidFill>
              </a:defRPr>
            </a:lvl1pPr>
          </a:lstStyle>
          <a:p>
            <a:fld id="{4F439F28-9AED-4E6F-B87B-0A4D16674C0E}" type="slidenum">
              <a:rPr lang="fr-CH" smtClean="0"/>
              <a:pPr/>
              <a:t>‹N°›</a:t>
            </a:fld>
            <a:endParaRPr lang="fr-CH"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8" r:id="rId4"/>
    <p:sldLayoutId id="2147483651" r:id="rId5"/>
    <p:sldLayoutId id="2147483655" r:id="rId6"/>
    <p:sldLayoutId id="2147483653" r:id="rId7"/>
    <p:sldLayoutId id="2147483659" r:id="rId8"/>
    <p:sldLayoutId id="2147483660" r:id="rId9"/>
    <p:sldLayoutId id="2147483661" r:id="rId10"/>
    <p:sldLayoutId id="2147483662" r:id="rId11"/>
    <p:sldLayoutId id="2147483663" r:id="rId12"/>
    <p:sldLayoutId id="2147483652" r:id="rId13"/>
    <p:sldLayoutId id="2147483656" r:id="rId14"/>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8" userDrawn="1">
          <p15:clr>
            <a:srgbClr val="F26B43"/>
          </p15:clr>
        </p15:guide>
        <p15:guide id="2" pos="63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4.jpg"/><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notesSlide" Target="../notesSlides/notesSlide2.xml"/><Relationship Id="rId4"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notesSlide" Target="../notesSlides/notesSlide3.xml"/><Relationship Id="rId4"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notesSlide" Target="../notesSlides/notesSlide4.xml"/><Relationship Id="rId4"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5.png"/><Relationship Id="rId5" Type="http://schemas.openxmlformats.org/officeDocument/2006/relationships/notesSlide" Target="../notesSlides/notesSlide5.xml"/><Relationship Id="rId4"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6.png"/><Relationship Id="rId5" Type="http://schemas.openxmlformats.org/officeDocument/2006/relationships/notesSlide" Target="../notesSlides/notesSlide6.xml"/><Relationship Id="rId4"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8.emf"/><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4.xml"/><Relationship Id="rId1" Type="http://schemas.openxmlformats.org/officeDocument/2006/relationships/tags" Target="../tags/tag23.xml"/><Relationship Id="rId5"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notesSlide" Target="../notesSlides/notesSlide10.xml"/><Relationship Id="rId4"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sz="quarter" idx="10"/>
            <p:custDataLst>
              <p:tags r:id="rId1"/>
            </p:custDataLst>
          </p:nvPr>
        </p:nvSpPr>
        <p:spPr/>
        <p:txBody>
          <a:bodyPr/>
          <a:lstStyle/>
          <a:p>
            <a:r>
              <a:rPr lang="fr-CH" dirty="0"/>
              <a:t>Le </a:t>
            </a:r>
            <a:r>
              <a:rPr lang="fr-CH" dirty="0" err="1"/>
              <a:t>multi-tâches</a:t>
            </a:r>
            <a:r>
              <a:rPr lang="fr-CH" dirty="0"/>
              <a:t>  et IO en robotique industrielle</a:t>
            </a:r>
          </a:p>
        </p:txBody>
      </p:sp>
      <p:pic>
        <p:nvPicPr>
          <p:cNvPr id="8" name="Bildplatzhalter 7"/>
          <p:cNvPicPr>
            <a:picLocks noGrp="1" noChangeAspect="1"/>
          </p:cNvPicPr>
          <p:nvPr>
            <p:ph type="pic" sz="quarter" idx="12"/>
            <p:custDataLst>
              <p:tags r:id="rId2"/>
            </p:custDataLst>
          </p:nvPr>
        </p:nvPicPr>
        <p:blipFill>
          <a:blip r:embed="rId6">
            <a:extLst>
              <a:ext uri="{28A0092B-C50C-407E-A947-70E740481C1C}">
                <a14:useLocalDpi xmlns:a14="http://schemas.microsoft.com/office/drawing/2010/main" val="0"/>
              </a:ext>
            </a:extLst>
          </a:blip>
          <a:srcRect t="39033" b="39033"/>
          <a:stretch>
            <a:fillRect/>
          </a:stretch>
        </p:blipFill>
        <p:spPr/>
      </p:pic>
      <p:sp>
        <p:nvSpPr>
          <p:cNvPr id="2" name="Espace réservé du numéro de diapositive 1"/>
          <p:cNvSpPr>
            <a:spLocks noGrp="1"/>
          </p:cNvSpPr>
          <p:nvPr>
            <p:ph type="sldNum" sz="quarter" idx="13"/>
            <p:custDataLst>
              <p:tags r:id="rId3"/>
            </p:custDataLst>
          </p:nvPr>
        </p:nvSpPr>
        <p:spPr>
          <a:xfrm>
            <a:off x="4143375" y="6978599"/>
            <a:ext cx="2405062" cy="401638"/>
          </a:xfrm>
        </p:spPr>
        <p:txBody>
          <a:bodyPr/>
          <a:lstStyle/>
          <a:p>
            <a:pPr algn="ctr"/>
            <a:fld id="{4F439F28-9AED-4E6F-B87B-0A4D16674C0E}" type="slidenum">
              <a:rPr lang="fr-CH" smtClean="0"/>
              <a:pPr algn="ctr"/>
              <a:t>1</a:t>
            </a:fld>
            <a:endParaRPr lang="fr-CH" dirty="0"/>
          </a:p>
        </p:txBody>
      </p:sp>
    </p:spTree>
    <p:extLst>
      <p:ext uri="{BB962C8B-B14F-4D97-AF65-F5344CB8AC3E}">
        <p14:creationId xmlns:p14="http://schemas.microsoft.com/office/powerpoint/2010/main" val="166840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p:cNvSpPr>
            <a:spLocks noGrp="1"/>
          </p:cNvSpPr>
          <p:nvPr>
            <p:ph type="body" sz="quarter" idx="10"/>
            <p:custDataLst>
              <p:tags r:id="rId1"/>
            </p:custDataLst>
          </p:nvPr>
        </p:nvSpPr>
        <p:spPr>
          <a:xfrm>
            <a:off x="558278" y="1170765"/>
            <a:ext cx="9008063" cy="793667"/>
          </a:xfrm>
        </p:spPr>
        <p:txBody>
          <a:bodyPr/>
          <a:lstStyle/>
          <a:p>
            <a:r>
              <a:rPr lang="fr-CH" dirty="0"/>
              <a:t>Sommaire </a:t>
            </a:r>
          </a:p>
        </p:txBody>
      </p:sp>
      <p:sp>
        <p:nvSpPr>
          <p:cNvPr id="9" name="Textplatzhalter 8"/>
          <p:cNvSpPr>
            <a:spLocks noGrp="1"/>
          </p:cNvSpPr>
          <p:nvPr>
            <p:ph type="body" sz="quarter" idx="11"/>
            <p:custDataLst>
              <p:tags r:id="rId2"/>
            </p:custDataLst>
          </p:nvPr>
        </p:nvSpPr>
        <p:spPr>
          <a:xfrm>
            <a:off x="576000" y="2411685"/>
            <a:ext cx="7722234" cy="3672408"/>
          </a:xfrm>
        </p:spPr>
        <p:txBody>
          <a:bodyPr/>
          <a:lstStyle/>
          <a:p>
            <a:r>
              <a:rPr lang="fr-CH" sz="2000" dirty="0"/>
              <a:t>Utilité du multitâches</a:t>
            </a:r>
            <a:endParaRPr lang="en-US" sz="2000" dirty="0"/>
          </a:p>
          <a:p>
            <a:r>
              <a:rPr lang="fr-CH" sz="2000" dirty="0"/>
              <a:t>Principe d’exécution et priorités</a:t>
            </a:r>
            <a:endParaRPr lang="en-US" sz="2000" dirty="0"/>
          </a:p>
          <a:p>
            <a:r>
              <a:rPr lang="en-US" sz="2000" dirty="0"/>
              <a:t>Configuration des IO </a:t>
            </a:r>
            <a:r>
              <a:rPr lang="en-US" sz="2000" dirty="0" err="1"/>
              <a:t>dans</a:t>
            </a:r>
            <a:r>
              <a:rPr lang="en-US" sz="2000" dirty="0"/>
              <a:t> </a:t>
            </a:r>
            <a:r>
              <a:rPr lang="en-US" sz="2000" dirty="0" err="1"/>
              <a:t>synapxis</a:t>
            </a:r>
            <a:endParaRPr lang="en-US" sz="2000" dirty="0"/>
          </a:p>
          <a:p>
            <a:r>
              <a:rPr lang="en-US" sz="2000" dirty="0" err="1"/>
              <a:t>Utilisation</a:t>
            </a:r>
            <a:r>
              <a:rPr lang="en-US" sz="2000" dirty="0"/>
              <a:t> des IO</a:t>
            </a:r>
          </a:p>
        </p:txBody>
      </p:sp>
      <p:sp>
        <p:nvSpPr>
          <p:cNvPr id="2" name="Espace réservé du numéro de diapositive 1"/>
          <p:cNvSpPr>
            <a:spLocks noGrp="1"/>
          </p:cNvSpPr>
          <p:nvPr>
            <p:ph type="sldNum" sz="quarter" idx="12"/>
            <p:custDataLst>
              <p:tags r:id="rId3"/>
            </p:custDataLst>
          </p:nvPr>
        </p:nvSpPr>
        <p:spPr>
          <a:xfrm>
            <a:off x="4143375" y="6978599"/>
            <a:ext cx="2405062" cy="401638"/>
          </a:xfrm>
        </p:spPr>
        <p:txBody>
          <a:bodyPr/>
          <a:lstStyle/>
          <a:p>
            <a:pPr algn="ctr"/>
            <a:fld id="{4F439F28-9AED-4E6F-B87B-0A4D16674C0E}" type="slidenum">
              <a:rPr lang="fr-CH" smtClean="0"/>
              <a:pPr algn="ctr"/>
              <a:t>2</a:t>
            </a:fld>
            <a:endParaRPr lang="fr-CH" dirty="0"/>
          </a:p>
        </p:txBody>
      </p:sp>
    </p:spTree>
    <p:extLst>
      <p:ext uri="{BB962C8B-B14F-4D97-AF65-F5344CB8AC3E}">
        <p14:creationId xmlns:p14="http://schemas.microsoft.com/office/powerpoint/2010/main" val="3240864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err="1"/>
              <a:t>Utilité</a:t>
            </a:r>
            <a:r>
              <a:rPr lang="en-US" dirty="0"/>
              <a:t> du </a:t>
            </a:r>
            <a:r>
              <a:rPr lang="en-US" dirty="0" err="1"/>
              <a:t>multitâches</a:t>
            </a:r>
            <a:endParaRPr lang="en-US" dirty="0"/>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3</a:t>
            </a:fld>
            <a:endParaRPr lang="fr-CH" dirty="0"/>
          </a:p>
        </p:txBody>
      </p:sp>
      <p:sp>
        <p:nvSpPr>
          <p:cNvPr id="6" name="Espace réservé du texte 2"/>
          <p:cNvSpPr>
            <a:spLocks noGrp="1"/>
          </p:cNvSpPr>
          <p:nvPr>
            <p:ph type="body" sz="quarter" idx="11"/>
            <p:custDataLst>
              <p:tags r:id="rId3"/>
            </p:custDataLst>
          </p:nvPr>
        </p:nvSpPr>
        <p:spPr>
          <a:xfrm>
            <a:off x="575999" y="2411685"/>
            <a:ext cx="9008063" cy="4104456"/>
          </a:xfrm>
        </p:spPr>
        <p:txBody>
          <a:bodyPr/>
          <a:lstStyle/>
          <a:p>
            <a:pPr marL="0" indent="0">
              <a:buNone/>
            </a:pPr>
            <a:r>
              <a:rPr lang="fr-CH" sz="2000" b="0" dirty="0"/>
              <a:t>Une application multitâche consiste en la programmation de processus qui s’exécutent en parallèles. Ils peuvent interagir entre eux ou être complétement indépendants.</a:t>
            </a:r>
          </a:p>
          <a:p>
            <a:pPr marL="0" indent="0">
              <a:buNone/>
            </a:pPr>
            <a:endParaRPr lang="fr-CH" sz="2000" b="0" dirty="0"/>
          </a:p>
          <a:p>
            <a:pPr marL="0" indent="0">
              <a:buNone/>
            </a:pPr>
            <a:r>
              <a:rPr lang="fr-CH" sz="2000" b="0" dirty="0"/>
              <a:t>Il permet par exemple d’effectuer des actions en parallèle des mouvements du robot. On retrouve généralement ce cas de figure avec une tâche de communication qui tourne en parallèle de la tâche d’actionnement du robot ainsi qu’une tâche IO qui permet d’accéder au matériel périphériques à tout moment. Ces trois tâches sont alors gérées par une tâche principale.</a:t>
            </a:r>
          </a:p>
        </p:txBody>
      </p:sp>
    </p:spTree>
    <p:extLst>
      <p:ext uri="{BB962C8B-B14F-4D97-AF65-F5344CB8AC3E}">
        <p14:creationId xmlns:p14="http://schemas.microsoft.com/office/powerpoint/2010/main" val="2992787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Principe d’exécution et priorité</a:t>
            </a:r>
            <a:endParaRPr lang="en-US" dirty="0"/>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4</a:t>
            </a:fld>
            <a:endParaRPr lang="fr-CH" dirty="0"/>
          </a:p>
        </p:txBody>
      </p:sp>
      <p:sp>
        <p:nvSpPr>
          <p:cNvPr id="6" name="Espace réservé du texte 2"/>
          <p:cNvSpPr>
            <a:spLocks noGrp="1"/>
          </p:cNvSpPr>
          <p:nvPr>
            <p:ph type="body" sz="quarter" idx="11"/>
            <p:custDataLst>
              <p:tags r:id="rId3"/>
            </p:custDataLst>
          </p:nvPr>
        </p:nvSpPr>
        <p:spPr>
          <a:xfrm>
            <a:off x="575999" y="2411685"/>
            <a:ext cx="9008063" cy="4104456"/>
          </a:xfrm>
        </p:spPr>
        <p:txBody>
          <a:bodyPr/>
          <a:lstStyle/>
          <a:p>
            <a:pPr marL="0" indent="0">
              <a:buNone/>
            </a:pPr>
            <a:r>
              <a:rPr lang="fr-CH" sz="2000" b="0" dirty="0"/>
              <a:t>Chaque tâche démarrée dans </a:t>
            </a:r>
            <a:r>
              <a:rPr lang="fr-CH" sz="2000" b="0" dirty="0" err="1"/>
              <a:t>Synapxis</a:t>
            </a:r>
            <a:r>
              <a:rPr lang="fr-CH" sz="2000" b="0" dirty="0"/>
              <a:t> va s’exécuter sur un Thread différent.</a:t>
            </a:r>
          </a:p>
          <a:p>
            <a:pPr marL="0" indent="0">
              <a:buNone/>
            </a:pPr>
            <a:r>
              <a:rPr lang="fr-CH" sz="2000" b="0" dirty="0"/>
              <a:t>Pour ne pas surcharger des cœurs inutilement, on se contente d’exécuter ces différentes tâches par petites «séquences» d’instructions séparés par une pause.</a:t>
            </a:r>
          </a:p>
          <a:p>
            <a:pPr marL="0" indent="0">
              <a:buNone/>
            </a:pPr>
            <a:r>
              <a:rPr lang="fr-CH" sz="2000" b="0" dirty="0"/>
              <a:t>Dans </a:t>
            </a:r>
            <a:r>
              <a:rPr lang="fr-CH" sz="2000" b="0" dirty="0" err="1"/>
              <a:t>Synapxis</a:t>
            </a:r>
            <a:r>
              <a:rPr lang="fr-CH" sz="2000" b="0" dirty="0"/>
              <a:t>, on ne peut pas modifier réellement la priorité d’une tâche, on a cependant la possibilité de modifier la taille des «séquençage» exécutés indépendamment pour chaque tâche. Un séquence définit le nombre d’instructions (</a:t>
            </a:r>
            <a:r>
              <a:rPr lang="fr-CH" sz="2000" b="0" dirty="0" err="1"/>
              <a:t>opcode</a:t>
            </a:r>
            <a:r>
              <a:rPr lang="fr-CH" sz="2000" b="0" dirty="0"/>
              <a:t>) que </a:t>
            </a:r>
            <a:r>
              <a:rPr lang="fr-CH" sz="2000" b="0" dirty="0" err="1"/>
              <a:t>Synapxis</a:t>
            </a:r>
            <a:r>
              <a:rPr lang="fr-CH" sz="2000" b="0" dirty="0"/>
              <a:t> va exécuter à chaque </a:t>
            </a:r>
            <a:r>
              <a:rPr lang="fr-CH" sz="2000" b="0" dirty="0" err="1"/>
              <a:t>éxécution</a:t>
            </a:r>
            <a:r>
              <a:rPr lang="fr-CH" sz="2000" b="0" dirty="0"/>
              <a:t> de la tâche. Une taille plus large permet donc d’accélérer l’exécution de la tâche.</a:t>
            </a:r>
          </a:p>
          <a:p>
            <a:pPr marL="0" indent="0">
              <a:buNone/>
            </a:pPr>
            <a:endParaRPr lang="fr-CH" sz="2000" b="0" dirty="0"/>
          </a:p>
        </p:txBody>
      </p:sp>
    </p:spTree>
    <p:extLst>
      <p:ext uri="{BB962C8B-B14F-4D97-AF65-F5344CB8AC3E}">
        <p14:creationId xmlns:p14="http://schemas.microsoft.com/office/powerpoint/2010/main" val="2868471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a:xfrm>
            <a:off x="556365" y="1259557"/>
            <a:ext cx="9008063" cy="793667"/>
          </a:xfrm>
        </p:spPr>
        <p:txBody>
          <a:bodyPr/>
          <a:lstStyle/>
          <a:p>
            <a:r>
              <a:rPr lang="fr-CH" dirty="0"/>
              <a:t>Définition et appel d’une tâche parallèle</a:t>
            </a:r>
            <a:endParaRPr lang="en-US" dirty="0"/>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5</a:t>
            </a:fld>
            <a:endParaRPr lang="fr-CH" dirty="0"/>
          </a:p>
        </p:txBody>
      </p:sp>
      <p:sp>
        <p:nvSpPr>
          <p:cNvPr id="6" name="Espace réservé du texte 2"/>
          <p:cNvSpPr>
            <a:spLocks noGrp="1"/>
          </p:cNvSpPr>
          <p:nvPr>
            <p:ph type="body" sz="quarter" idx="11"/>
            <p:custDataLst>
              <p:tags r:id="rId3"/>
            </p:custDataLst>
          </p:nvPr>
        </p:nvSpPr>
        <p:spPr>
          <a:xfrm>
            <a:off x="556365" y="2463683"/>
            <a:ext cx="9008063" cy="4104456"/>
          </a:xfrm>
        </p:spPr>
        <p:txBody>
          <a:bodyPr/>
          <a:lstStyle/>
          <a:p>
            <a:pPr marL="0" indent="0">
              <a:buNone/>
            </a:pPr>
            <a:r>
              <a:rPr lang="fr-CH" sz="2000" b="0" dirty="0"/>
              <a:t>Une tâche est simplement un programme standard.</a:t>
            </a:r>
          </a:p>
          <a:p>
            <a:pPr marL="0" indent="0">
              <a:buNone/>
            </a:pPr>
            <a:r>
              <a:rPr lang="fr-CH" sz="2000" b="0" dirty="0"/>
              <a:t>Ce dernier peut-être appelé de manière standard (appel de fonction), il s’exécute alors dans la tâche principale.</a:t>
            </a:r>
          </a:p>
          <a:p>
            <a:pPr marL="0" indent="0">
              <a:buNone/>
            </a:pPr>
            <a:r>
              <a:rPr lang="fr-CH" sz="2000" b="0" dirty="0"/>
              <a:t>Si on l’appelle avec le mot clé </a:t>
            </a:r>
            <a:r>
              <a:rPr lang="fr-CH" sz="2000" b="0" dirty="0" err="1">
                <a:solidFill>
                  <a:schemeClr val="tx1"/>
                </a:solidFill>
              </a:rPr>
              <a:t>taskExecute</a:t>
            </a:r>
            <a:r>
              <a:rPr lang="fr-CH" sz="2000" b="0" dirty="0"/>
              <a:t>, alors l’exécution de cette tâches est découplée de la tâche principale, et chacune peut «vivre» de son côté.</a:t>
            </a:r>
          </a:p>
        </p:txBody>
      </p:sp>
      <p:pic>
        <p:nvPicPr>
          <p:cNvPr id="3" name="Image 2"/>
          <p:cNvPicPr>
            <a:picLocks noChangeAspect="1"/>
          </p:cNvPicPr>
          <p:nvPr/>
        </p:nvPicPr>
        <p:blipFill>
          <a:blip r:embed="rId6"/>
          <a:stretch>
            <a:fillRect/>
          </a:stretch>
        </p:blipFill>
        <p:spPr>
          <a:xfrm>
            <a:off x="1961530" y="5003973"/>
            <a:ext cx="6543675" cy="647700"/>
          </a:xfrm>
          <a:prstGeom prst="rect">
            <a:avLst/>
          </a:prstGeom>
        </p:spPr>
      </p:pic>
      <p:sp>
        <p:nvSpPr>
          <p:cNvPr id="5" name="ZoneTexte 4"/>
          <p:cNvSpPr txBox="1"/>
          <p:nvPr/>
        </p:nvSpPr>
        <p:spPr>
          <a:xfrm>
            <a:off x="1025426" y="5969444"/>
            <a:ext cx="2979983" cy="369332"/>
          </a:xfrm>
          <a:prstGeom prst="rect">
            <a:avLst/>
          </a:prstGeom>
          <a:noFill/>
        </p:spPr>
        <p:txBody>
          <a:bodyPr wrap="none" rtlCol="0">
            <a:spAutoFit/>
          </a:bodyPr>
          <a:lstStyle/>
          <a:p>
            <a:r>
              <a:rPr lang="fr-CH" sz="1800" dirty="0">
                <a:solidFill>
                  <a:schemeClr val="tx2">
                    <a:lumMod val="75000"/>
                  </a:schemeClr>
                </a:solidFill>
              </a:rPr>
              <a:t>Nom du programme appelé</a:t>
            </a:r>
          </a:p>
        </p:txBody>
      </p:sp>
      <p:sp>
        <p:nvSpPr>
          <p:cNvPr id="9" name="ZoneTexte 8"/>
          <p:cNvSpPr txBox="1"/>
          <p:nvPr/>
        </p:nvSpPr>
        <p:spPr>
          <a:xfrm>
            <a:off x="4699211" y="5969444"/>
            <a:ext cx="1461106" cy="369332"/>
          </a:xfrm>
          <a:prstGeom prst="rect">
            <a:avLst/>
          </a:prstGeom>
          <a:noFill/>
        </p:spPr>
        <p:txBody>
          <a:bodyPr wrap="none" rtlCol="0">
            <a:spAutoFit/>
          </a:bodyPr>
          <a:lstStyle/>
          <a:p>
            <a:r>
              <a:rPr lang="fr-CH" sz="1800" dirty="0">
                <a:solidFill>
                  <a:schemeClr val="tx2">
                    <a:lumMod val="75000"/>
                  </a:schemeClr>
                </a:solidFill>
              </a:rPr>
              <a:t>Argument(s)</a:t>
            </a:r>
          </a:p>
        </p:txBody>
      </p:sp>
      <p:sp>
        <p:nvSpPr>
          <p:cNvPr id="10" name="ZoneTexte 9"/>
          <p:cNvSpPr txBox="1"/>
          <p:nvPr/>
        </p:nvSpPr>
        <p:spPr>
          <a:xfrm>
            <a:off x="7002090" y="5969444"/>
            <a:ext cx="3059107" cy="369332"/>
          </a:xfrm>
          <a:prstGeom prst="rect">
            <a:avLst/>
          </a:prstGeom>
          <a:noFill/>
        </p:spPr>
        <p:txBody>
          <a:bodyPr wrap="none" rtlCol="0">
            <a:spAutoFit/>
          </a:bodyPr>
          <a:lstStyle/>
          <a:p>
            <a:r>
              <a:rPr lang="fr-CH" sz="1800" dirty="0">
                <a:solidFill>
                  <a:schemeClr val="tx2">
                    <a:lumMod val="75000"/>
                  </a:schemeClr>
                </a:solidFill>
              </a:rPr>
              <a:t>Nom de la tâche (référence)</a:t>
            </a:r>
          </a:p>
        </p:txBody>
      </p:sp>
      <p:cxnSp>
        <p:nvCxnSpPr>
          <p:cNvPr id="12" name="Connecteur droit avec flèche 11"/>
          <p:cNvCxnSpPr>
            <a:stCxn id="5" idx="0"/>
          </p:cNvCxnSpPr>
          <p:nvPr/>
        </p:nvCxnSpPr>
        <p:spPr>
          <a:xfrm flipV="1">
            <a:off x="2515418" y="5580038"/>
            <a:ext cx="598240" cy="389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Accolade fermante 12"/>
          <p:cNvSpPr/>
          <p:nvPr/>
        </p:nvSpPr>
        <p:spPr>
          <a:xfrm rot="5400000">
            <a:off x="5243585" y="4253580"/>
            <a:ext cx="360040" cy="301295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H"/>
          </a:p>
        </p:txBody>
      </p:sp>
      <p:cxnSp>
        <p:nvCxnSpPr>
          <p:cNvPr id="15" name="Connecteur droit avec flèche 14"/>
          <p:cNvCxnSpPr>
            <a:stCxn id="10" idx="0"/>
          </p:cNvCxnSpPr>
          <p:nvPr/>
        </p:nvCxnSpPr>
        <p:spPr>
          <a:xfrm flipH="1" flipV="1">
            <a:off x="7836839" y="5615856"/>
            <a:ext cx="694805" cy="353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957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a:xfrm>
            <a:off x="556365" y="1259557"/>
            <a:ext cx="9008063" cy="793667"/>
          </a:xfrm>
        </p:spPr>
        <p:txBody>
          <a:bodyPr/>
          <a:lstStyle/>
          <a:p>
            <a:r>
              <a:rPr lang="fr-CH" dirty="0"/>
              <a:t>Arrêt d’une tâche parallèle</a:t>
            </a:r>
            <a:endParaRPr lang="en-US" dirty="0"/>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6</a:t>
            </a:fld>
            <a:endParaRPr lang="fr-CH" dirty="0"/>
          </a:p>
        </p:txBody>
      </p:sp>
      <p:sp>
        <p:nvSpPr>
          <p:cNvPr id="6" name="Espace réservé du texte 2"/>
          <p:cNvSpPr>
            <a:spLocks noGrp="1"/>
          </p:cNvSpPr>
          <p:nvPr>
            <p:ph type="body" sz="quarter" idx="11"/>
            <p:custDataLst>
              <p:tags r:id="rId3"/>
            </p:custDataLst>
          </p:nvPr>
        </p:nvSpPr>
        <p:spPr>
          <a:xfrm>
            <a:off x="556365" y="2463683"/>
            <a:ext cx="9008063" cy="4104456"/>
          </a:xfrm>
        </p:spPr>
        <p:txBody>
          <a:bodyPr/>
          <a:lstStyle/>
          <a:p>
            <a:pPr marL="0" indent="0">
              <a:buNone/>
            </a:pPr>
            <a:r>
              <a:rPr lang="fr-CH" sz="2000" b="0" dirty="0"/>
              <a:t>Pour stopper une tâche, deux méthode.</a:t>
            </a:r>
          </a:p>
          <a:p>
            <a:pPr marL="0" indent="0">
              <a:buNone/>
            </a:pPr>
            <a:r>
              <a:rPr lang="fr-CH" sz="2000" b="0" dirty="0">
                <a:solidFill>
                  <a:schemeClr val="tx1"/>
                </a:solidFill>
              </a:rPr>
              <a:t>1° </a:t>
            </a:r>
            <a:r>
              <a:rPr lang="fr-CH" sz="2000" b="0" dirty="0"/>
              <a:t>La tâche arrive en fin d’exécution (</a:t>
            </a:r>
            <a:r>
              <a:rPr lang="fr-CH" sz="2000" b="0" dirty="0">
                <a:solidFill>
                  <a:schemeClr val="tx1"/>
                </a:solidFill>
              </a:rPr>
              <a:t>return</a:t>
            </a:r>
            <a:r>
              <a:rPr lang="fr-CH" sz="2000" b="0" dirty="0"/>
              <a:t>), soit naturellement, soit par l’actionnement d’un flag qui la fait sortir de sa boucle.</a:t>
            </a:r>
          </a:p>
          <a:p>
            <a:pPr marL="0" indent="0">
              <a:buNone/>
            </a:pPr>
            <a:r>
              <a:rPr lang="fr-CH" sz="2000" b="0" dirty="0">
                <a:solidFill>
                  <a:schemeClr val="tx1"/>
                </a:solidFill>
              </a:rPr>
              <a:t>2° </a:t>
            </a:r>
            <a:r>
              <a:rPr lang="fr-CH" sz="2000" b="0" dirty="0"/>
              <a:t>La tâche est stoppée avec l’instruction </a:t>
            </a:r>
            <a:r>
              <a:rPr lang="fr-CH" sz="2000" b="0" dirty="0" err="1">
                <a:solidFill>
                  <a:schemeClr val="tx1"/>
                </a:solidFill>
              </a:rPr>
              <a:t>taskStop</a:t>
            </a:r>
            <a:r>
              <a:rPr lang="fr-CH" sz="2000" b="0" dirty="0"/>
              <a:t>, soit depuis l’extérieur, soit depuis le code même de la tâche.</a:t>
            </a:r>
          </a:p>
        </p:txBody>
      </p:sp>
      <p:pic>
        <p:nvPicPr>
          <p:cNvPr id="7" name="Image 6"/>
          <p:cNvPicPr>
            <a:picLocks noChangeAspect="1"/>
          </p:cNvPicPr>
          <p:nvPr/>
        </p:nvPicPr>
        <p:blipFill>
          <a:blip r:embed="rId6"/>
          <a:stretch>
            <a:fillRect/>
          </a:stretch>
        </p:blipFill>
        <p:spPr>
          <a:xfrm>
            <a:off x="1241450" y="4918588"/>
            <a:ext cx="8208912" cy="2087446"/>
          </a:xfrm>
          <a:prstGeom prst="rect">
            <a:avLst/>
          </a:prstGeom>
        </p:spPr>
      </p:pic>
      <p:sp>
        <p:nvSpPr>
          <p:cNvPr id="14" name="ZoneTexte 13"/>
          <p:cNvSpPr txBox="1"/>
          <p:nvPr/>
        </p:nvSpPr>
        <p:spPr>
          <a:xfrm>
            <a:off x="2825626" y="5003973"/>
            <a:ext cx="3059107" cy="369332"/>
          </a:xfrm>
          <a:prstGeom prst="rect">
            <a:avLst/>
          </a:prstGeom>
          <a:noFill/>
        </p:spPr>
        <p:txBody>
          <a:bodyPr wrap="none" rtlCol="0">
            <a:spAutoFit/>
          </a:bodyPr>
          <a:lstStyle/>
          <a:p>
            <a:r>
              <a:rPr lang="fr-CH" sz="1800" dirty="0">
                <a:solidFill>
                  <a:schemeClr val="tx2">
                    <a:lumMod val="75000"/>
                  </a:schemeClr>
                </a:solidFill>
              </a:rPr>
              <a:t>Nom de la tâche (référence)</a:t>
            </a:r>
          </a:p>
        </p:txBody>
      </p:sp>
      <p:cxnSp>
        <p:nvCxnSpPr>
          <p:cNvPr id="16" name="Connecteur droit avec flèche 15"/>
          <p:cNvCxnSpPr/>
          <p:nvPr/>
        </p:nvCxnSpPr>
        <p:spPr>
          <a:xfrm flipH="1">
            <a:off x="3473698" y="5373305"/>
            <a:ext cx="864096" cy="278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4537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a:xfrm>
            <a:off x="556365" y="1259557"/>
            <a:ext cx="9008063" cy="793667"/>
          </a:xfrm>
        </p:spPr>
        <p:txBody>
          <a:bodyPr/>
          <a:lstStyle/>
          <a:p>
            <a:r>
              <a:rPr lang="fr-CH" dirty="0"/>
              <a:t>Exemple</a:t>
            </a:r>
            <a:endParaRPr lang="en-US" dirty="0"/>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7</a:t>
            </a:fld>
            <a:endParaRPr lang="fr-CH" dirty="0"/>
          </a:p>
        </p:txBody>
      </p:sp>
      <p:pic>
        <p:nvPicPr>
          <p:cNvPr id="5" name="Image 4"/>
          <p:cNvPicPr>
            <a:picLocks noChangeAspect="1"/>
          </p:cNvPicPr>
          <p:nvPr/>
        </p:nvPicPr>
        <p:blipFill>
          <a:blip r:embed="rId5"/>
          <a:stretch>
            <a:fillRect/>
          </a:stretch>
        </p:blipFill>
        <p:spPr>
          <a:xfrm>
            <a:off x="2321570" y="1475581"/>
            <a:ext cx="6480720" cy="5331430"/>
          </a:xfrm>
          <a:prstGeom prst="rect">
            <a:avLst/>
          </a:prstGeom>
        </p:spPr>
      </p:pic>
    </p:spTree>
    <p:extLst>
      <p:ext uri="{BB962C8B-B14F-4D97-AF65-F5344CB8AC3E}">
        <p14:creationId xmlns:p14="http://schemas.microsoft.com/office/powerpoint/2010/main" val="918417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en-US" dirty="0"/>
              <a:t>Configuration des IO </a:t>
            </a:r>
            <a:r>
              <a:rPr lang="en-US" dirty="0" err="1"/>
              <a:t>dans</a:t>
            </a:r>
            <a:r>
              <a:rPr lang="en-US" dirty="0"/>
              <a:t> </a:t>
            </a:r>
            <a:r>
              <a:rPr lang="en-US" dirty="0" err="1"/>
              <a:t>synapxis</a:t>
            </a:r>
            <a:endParaRPr lang="en-US" dirty="0"/>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8</a:t>
            </a:fld>
            <a:endParaRPr lang="fr-CH" dirty="0"/>
          </a:p>
        </p:txBody>
      </p:sp>
      <p:pic>
        <p:nvPicPr>
          <p:cNvPr id="5" name="Image 4"/>
          <p:cNvPicPr>
            <a:picLocks noChangeAspect="1"/>
          </p:cNvPicPr>
          <p:nvPr/>
        </p:nvPicPr>
        <p:blipFill>
          <a:blip r:embed="rId5"/>
          <a:stretch>
            <a:fillRect/>
          </a:stretch>
        </p:blipFill>
        <p:spPr>
          <a:xfrm>
            <a:off x="-7123" y="2483693"/>
            <a:ext cx="10706058" cy="3456386"/>
          </a:xfrm>
          <a:prstGeom prst="rect">
            <a:avLst/>
          </a:prstGeom>
        </p:spPr>
      </p:pic>
    </p:spTree>
    <p:extLst>
      <p:ext uri="{BB962C8B-B14F-4D97-AF65-F5344CB8AC3E}">
        <p14:creationId xmlns:p14="http://schemas.microsoft.com/office/powerpoint/2010/main" val="1297382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a:xfrm>
            <a:off x="575998" y="251445"/>
            <a:ext cx="9008063" cy="793667"/>
          </a:xfrm>
        </p:spPr>
        <p:txBody>
          <a:bodyPr/>
          <a:lstStyle/>
          <a:p>
            <a:r>
              <a:rPr lang="en-US" dirty="0"/>
              <a:t>Configuration des IO </a:t>
            </a:r>
            <a:r>
              <a:rPr lang="en-US" dirty="0" err="1"/>
              <a:t>dans</a:t>
            </a:r>
            <a:r>
              <a:rPr lang="en-US" dirty="0"/>
              <a:t> </a:t>
            </a:r>
            <a:r>
              <a:rPr lang="en-US" dirty="0" err="1"/>
              <a:t>synapxis</a:t>
            </a:r>
            <a:endParaRPr lang="en-US" dirty="0"/>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9</a:t>
            </a:fld>
            <a:endParaRPr lang="fr-CH" dirty="0"/>
          </a:p>
        </p:txBody>
      </p:sp>
      <p:pic>
        <p:nvPicPr>
          <p:cNvPr id="3" name="Imag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63" y="1253005"/>
            <a:ext cx="10688850" cy="6306670"/>
          </a:xfrm>
          <a:prstGeom prst="rect">
            <a:avLst/>
          </a:prstGeom>
        </p:spPr>
      </p:pic>
      <p:sp>
        <p:nvSpPr>
          <p:cNvPr id="5" name="Rectangle 4"/>
          <p:cNvSpPr/>
          <p:nvPr/>
        </p:nvSpPr>
        <p:spPr>
          <a:xfrm>
            <a:off x="10386466" y="1253005"/>
            <a:ext cx="305347" cy="4386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7" name="Rectangle 6"/>
          <p:cNvSpPr/>
          <p:nvPr/>
        </p:nvSpPr>
        <p:spPr>
          <a:xfrm>
            <a:off x="7290122" y="4187040"/>
            <a:ext cx="1080120" cy="4386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8" name="Rectangle 7"/>
          <p:cNvSpPr/>
          <p:nvPr/>
        </p:nvSpPr>
        <p:spPr>
          <a:xfrm>
            <a:off x="737394" y="1763613"/>
            <a:ext cx="936104" cy="288032"/>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9" name="Rectangle 8"/>
          <p:cNvSpPr/>
          <p:nvPr/>
        </p:nvSpPr>
        <p:spPr>
          <a:xfrm>
            <a:off x="5777954" y="3491805"/>
            <a:ext cx="576064" cy="288032"/>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10" name="Rectangle 9"/>
          <p:cNvSpPr/>
          <p:nvPr/>
        </p:nvSpPr>
        <p:spPr>
          <a:xfrm>
            <a:off x="575998" y="4427909"/>
            <a:ext cx="377420" cy="288032"/>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11" name="Rectangle 10"/>
          <p:cNvSpPr/>
          <p:nvPr/>
        </p:nvSpPr>
        <p:spPr>
          <a:xfrm>
            <a:off x="575998" y="4923834"/>
            <a:ext cx="1889588" cy="302715"/>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12" name="Rectangle 11"/>
          <p:cNvSpPr/>
          <p:nvPr/>
        </p:nvSpPr>
        <p:spPr>
          <a:xfrm>
            <a:off x="1520824" y="5868069"/>
            <a:ext cx="944762" cy="36004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cxnSp>
        <p:nvCxnSpPr>
          <p:cNvPr id="14" name="Connecteur droit avec flèche 13"/>
          <p:cNvCxnSpPr/>
          <p:nvPr/>
        </p:nvCxnSpPr>
        <p:spPr>
          <a:xfrm flipH="1">
            <a:off x="8226226" y="1475581"/>
            <a:ext cx="2160240" cy="2613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p:cNvCxnSpPr/>
          <p:nvPr/>
        </p:nvCxnSpPr>
        <p:spPr>
          <a:xfrm>
            <a:off x="1745506" y="2051645"/>
            <a:ext cx="3888432" cy="1440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p:nvPr/>
        </p:nvCxnSpPr>
        <p:spPr>
          <a:xfrm flipH="1" flipV="1">
            <a:off x="1810339" y="1852079"/>
            <a:ext cx="5632456" cy="2215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0"/>
          <p:cNvCxnSpPr/>
          <p:nvPr/>
        </p:nvCxnSpPr>
        <p:spPr>
          <a:xfrm flipH="1">
            <a:off x="2407929" y="3635821"/>
            <a:ext cx="3298017" cy="896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ZoneTexte 22"/>
          <p:cNvSpPr txBox="1"/>
          <p:nvPr/>
        </p:nvSpPr>
        <p:spPr>
          <a:xfrm>
            <a:off x="2609602" y="5722473"/>
            <a:ext cx="2736304" cy="724173"/>
          </a:xfrm>
          <a:prstGeom prst="rect">
            <a:avLst/>
          </a:prstGeom>
          <a:noFill/>
        </p:spPr>
        <p:txBody>
          <a:bodyPr wrap="square" rtlCol="0">
            <a:spAutoFit/>
          </a:bodyPr>
          <a:lstStyle/>
          <a:p>
            <a:r>
              <a:rPr lang="fr-CH" dirty="0"/>
              <a:t>Voire doc en annexe pour les adresses</a:t>
            </a:r>
          </a:p>
        </p:txBody>
      </p:sp>
    </p:spTree>
    <p:extLst>
      <p:ext uri="{BB962C8B-B14F-4D97-AF65-F5344CB8AC3E}">
        <p14:creationId xmlns:p14="http://schemas.microsoft.com/office/powerpoint/2010/main" val="2267360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custDataLst>
              <p:tags r:id="rId1"/>
            </p:custDataLst>
          </p:nvPr>
        </p:nvSpPr>
        <p:spPr/>
        <p:txBody>
          <a:bodyPr/>
          <a:lstStyle/>
          <a:p>
            <a:r>
              <a:rPr lang="fr-CH" dirty="0"/>
              <a:t>Utilisation des IO</a:t>
            </a:r>
            <a:endParaRPr lang="en-US" dirty="0"/>
          </a:p>
        </p:txBody>
      </p:sp>
      <p:sp>
        <p:nvSpPr>
          <p:cNvPr id="4" name="Espace réservé du numéro de diapositive 3"/>
          <p:cNvSpPr>
            <a:spLocks noGrp="1"/>
          </p:cNvSpPr>
          <p:nvPr>
            <p:ph type="sldNum" sz="quarter" idx="12"/>
            <p:custDataLst>
              <p:tags r:id="rId2"/>
            </p:custDataLst>
          </p:nvPr>
        </p:nvSpPr>
        <p:spPr/>
        <p:txBody>
          <a:bodyPr/>
          <a:lstStyle/>
          <a:p>
            <a:fld id="{4F439F28-9AED-4E6F-B87B-0A4D16674C0E}" type="slidenum">
              <a:rPr lang="fr-CH" smtClean="0"/>
              <a:t>10</a:t>
            </a:fld>
            <a:endParaRPr lang="fr-CH" dirty="0"/>
          </a:p>
        </p:txBody>
      </p:sp>
      <p:sp>
        <p:nvSpPr>
          <p:cNvPr id="6" name="Espace réservé du texte 2"/>
          <p:cNvSpPr>
            <a:spLocks noGrp="1"/>
          </p:cNvSpPr>
          <p:nvPr>
            <p:ph type="body" sz="quarter" idx="11"/>
            <p:custDataLst>
              <p:tags r:id="rId3"/>
            </p:custDataLst>
          </p:nvPr>
        </p:nvSpPr>
        <p:spPr>
          <a:xfrm>
            <a:off x="575999" y="2411685"/>
            <a:ext cx="9008063" cy="4104456"/>
          </a:xfrm>
        </p:spPr>
        <p:txBody>
          <a:bodyPr/>
          <a:lstStyle/>
          <a:p>
            <a:pPr marL="0" indent="0">
              <a:buNone/>
            </a:pPr>
            <a:r>
              <a:rPr lang="fr-CH" sz="2000" b="0" dirty="0"/>
              <a:t>L’activation d’une sortie se fait avec la fonction:</a:t>
            </a:r>
          </a:p>
          <a:p>
            <a:pPr marL="0" indent="0">
              <a:buNone/>
            </a:pPr>
            <a:r>
              <a:rPr lang="en-US" sz="2000" b="0" i="1" dirty="0">
                <a:solidFill>
                  <a:srgbClr val="FF0000"/>
                </a:solidFill>
              </a:rPr>
              <a:t>bool</a:t>
            </a:r>
            <a:r>
              <a:rPr lang="en-US" sz="2000" b="0" dirty="0">
                <a:solidFill>
                  <a:srgbClr val="FF0000"/>
                </a:solidFill>
              </a:rPr>
              <a:t> </a:t>
            </a:r>
            <a:r>
              <a:rPr lang="en-US" sz="2000" b="0" dirty="0"/>
              <a:t> </a:t>
            </a:r>
            <a:r>
              <a:rPr lang="en-US" sz="2000" b="0" dirty="0" err="1"/>
              <a:t>ioWrite</a:t>
            </a:r>
            <a:r>
              <a:rPr lang="en-US" sz="2000" b="0" dirty="0"/>
              <a:t>(</a:t>
            </a:r>
            <a:r>
              <a:rPr lang="en-US" sz="2000" b="0" i="1" dirty="0">
                <a:solidFill>
                  <a:srgbClr val="FF0000"/>
                </a:solidFill>
              </a:rPr>
              <a:t>string</a:t>
            </a:r>
            <a:r>
              <a:rPr lang="en-US" sz="2000" b="0" dirty="0"/>
              <a:t>  </a:t>
            </a:r>
            <a:r>
              <a:rPr lang="en-US" sz="2000" b="0" dirty="0" err="1"/>
              <a:t>ioName</a:t>
            </a:r>
            <a:r>
              <a:rPr lang="en-US" sz="2000" b="0" dirty="0"/>
              <a:t>,  </a:t>
            </a:r>
            <a:r>
              <a:rPr lang="en-US" sz="2000" b="0" i="1" dirty="0">
                <a:solidFill>
                  <a:srgbClr val="FF0000"/>
                </a:solidFill>
              </a:rPr>
              <a:t>bool/real</a:t>
            </a:r>
            <a:r>
              <a:rPr lang="en-US" sz="2000" b="0" dirty="0">
                <a:solidFill>
                  <a:srgbClr val="FF0000"/>
                </a:solidFill>
              </a:rPr>
              <a:t> </a:t>
            </a:r>
            <a:r>
              <a:rPr lang="en-US" sz="2000" b="0" dirty="0"/>
              <a:t> value)</a:t>
            </a:r>
          </a:p>
          <a:p>
            <a:pPr marL="0" indent="0">
              <a:buNone/>
            </a:pPr>
            <a:endParaRPr lang="fr-CH" sz="2000" b="0" dirty="0"/>
          </a:p>
          <a:p>
            <a:pPr marL="0" indent="0">
              <a:buNone/>
            </a:pPr>
            <a:r>
              <a:rPr lang="fr-CH" sz="2000" b="0" dirty="0"/>
              <a:t>Un clique droit sur la zone d’édition vous permet d’avoir accès au menu SIO qui contient la liste des entrées/sorties configurées.</a:t>
            </a:r>
            <a:endParaRPr lang="en-US" sz="2000" b="0" dirty="0"/>
          </a:p>
        </p:txBody>
      </p:sp>
    </p:spTree>
    <p:extLst>
      <p:ext uri="{BB962C8B-B14F-4D97-AF65-F5344CB8AC3E}">
        <p14:creationId xmlns:p14="http://schemas.microsoft.com/office/powerpoint/2010/main" val="16841401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1"/>
</p:tagLst>
</file>

<file path=ppt/tags/tag5.xml><?xml version="1.0" encoding="utf-8"?>
<p:tagLst xmlns:a="http://schemas.openxmlformats.org/drawingml/2006/main" xmlns:r="http://schemas.openxmlformats.org/officeDocument/2006/relationships" xmlns:p="http://schemas.openxmlformats.org/presentationml/2006/main">
  <p:tag name="NUM" val="2"/>
</p:tagLst>
</file>

<file path=ppt/tags/tag6.xml><?xml version="1.0" encoding="utf-8"?>
<p:tagLst xmlns:a="http://schemas.openxmlformats.org/drawingml/2006/main" xmlns:r="http://schemas.openxmlformats.org/officeDocument/2006/relationships" xmlns:p="http://schemas.openxmlformats.org/presentationml/2006/main">
  <p:tag name="NUM" val="3"/>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1"/>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1"/>
</p:tagLst>
</file>

<file path=ppt/tags/tag17.xml><?xml version="1.0" encoding="utf-8"?>
<p:tagLst xmlns:a="http://schemas.openxmlformats.org/drawingml/2006/main" xmlns:r="http://schemas.openxmlformats.org/officeDocument/2006/relationships" xmlns:p="http://schemas.openxmlformats.org/presentationml/2006/main">
  <p:tag name="NUM" val="2"/>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1"/>
</p:tagLst>
</file>

<file path=ppt/tags/tag24.xml><?xml version="1.0" encoding="utf-8"?>
<p:tagLst xmlns:a="http://schemas.openxmlformats.org/drawingml/2006/main" xmlns:r="http://schemas.openxmlformats.org/officeDocument/2006/relationships" xmlns:p="http://schemas.openxmlformats.org/presentationml/2006/main">
  <p:tag name="NUM" val="2"/>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2"/>
</p:tagLst>
</file>

<file path=ppt/tags/tag27.xml><?xml version="1.0" encoding="utf-8"?>
<p:tagLst xmlns:a="http://schemas.openxmlformats.org/drawingml/2006/main" xmlns:r="http://schemas.openxmlformats.org/officeDocument/2006/relationships" xmlns:p="http://schemas.openxmlformats.org/presentationml/2006/main">
  <p:tag name="NUM" val="2"/>
</p:tagLst>
</file>

<file path=ppt/theme/theme1.xml><?xml version="1.0" encoding="utf-8"?>
<a:theme xmlns:a="http://schemas.openxmlformats.org/drawingml/2006/main" name="Presentation Arc">
  <a:themeElements>
    <a:clrScheme name="ARC">
      <a:dk1>
        <a:srgbClr val="FF0000"/>
      </a:dk1>
      <a:lt1>
        <a:sysClr val="window" lastClr="FFFFFF"/>
      </a:lt1>
      <a:dk2>
        <a:srgbClr val="87888A"/>
      </a:dk2>
      <a:lt2>
        <a:srgbClr val="FFFFFF"/>
      </a:lt2>
      <a:accent1>
        <a:srgbClr val="FF0000"/>
      </a:accent1>
      <a:accent2>
        <a:srgbClr val="EF8214"/>
      </a:accent2>
      <a:accent3>
        <a:srgbClr val="E60062"/>
      </a:accent3>
      <a:accent4>
        <a:srgbClr val="008AC9"/>
      </a:accent4>
      <a:accent5>
        <a:srgbClr val="7BAA20"/>
      </a:accent5>
      <a:accent6>
        <a:srgbClr val="87888A"/>
      </a:accent6>
      <a:hlink>
        <a:srgbClr val="0000FF"/>
      </a:hlink>
      <a:folHlink>
        <a:srgbClr val="800080"/>
      </a:folHlink>
    </a:clrScheme>
    <a:fontScheme name="ARC">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ésentation-ARC_A4.potx" id="{CEBFDC41-F7BA-41F0-96C9-8A91342D6D29}" vid="{F43E7DF4-F399-4F9B-ABD9-CEFDB4D81BB6}"/>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Présentation-ARC_A4_19-06-2017</Template>
  <TotalTime>2839</TotalTime>
  <Words>452</Words>
  <Application>Microsoft Office PowerPoint</Application>
  <PresentationFormat>Personnalisé</PresentationFormat>
  <Paragraphs>55</Paragraphs>
  <Slides>10</Slides>
  <Notes>10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10</vt:i4>
      </vt:variant>
    </vt:vector>
  </HeadingPairs>
  <TitlesOfParts>
    <vt:vector size="15" baseType="lpstr">
      <vt:lpstr>ＭＳ Ｐゴシック</vt:lpstr>
      <vt:lpstr>Arial</vt:lpstr>
      <vt:lpstr>Calibri</vt:lpstr>
      <vt:lpstr>Tahoma</vt:lpstr>
      <vt:lpstr>Presentation Arc</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Haute Ecole Arc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Vantieghem Delphine</dc:creator>
  <cp:lastModifiedBy>Gay des Combes Arnaud</cp:lastModifiedBy>
  <cp:revision>146</cp:revision>
  <cp:lastPrinted>2020-12-01T10:54:04Z</cp:lastPrinted>
  <dcterms:created xsi:type="dcterms:W3CDTF">2017-06-21T08:23:56Z</dcterms:created>
  <dcterms:modified xsi:type="dcterms:W3CDTF">2024-01-10T06:30:12Z</dcterms:modified>
</cp:coreProperties>
</file>